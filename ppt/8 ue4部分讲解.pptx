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vertBarState="minimized">
    <p:restoredLeft sz="15620"/>
    <p:restoredTop sz="94660"/>
  </p:normalViewPr>
  <p:slideViewPr>
    <p:cSldViewPr>
      <p:cViewPr>
        <p:scale>
          <a:sx n="101" d="100"/>
          <a:sy n="101" d="100"/>
        </p:scale>
        <p:origin x="-2616" y="-3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566C-63D2-4639-B64A-04C3FD4F6467}" type="datetimeFigureOut">
              <a:rPr lang="zh-CN" altLang="en-US" smtClean="0"/>
              <a:t>2020/4/3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32E83B-9D97-4114-9ED0-E52DE82EDDF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32E83B-9D97-4114-9ED0-E52DE82EDDF8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2020/4/3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55576" y="188640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altLang="zh-CN" dirty="0" smtClean="0"/>
              <a:t>UE4 </a:t>
            </a:r>
            <a:r>
              <a:rPr lang="zh-CN" altLang="en-US" dirty="0" smtClean="0"/>
              <a:t>底层通信框架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dirty="0" smtClean="0"/>
              <a:t/>
            </a:r>
            <a:br>
              <a:rPr lang="en-US" altLang="zh-CN" dirty="0" smtClean="0"/>
            </a:b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51520" y="1196752"/>
            <a:ext cx="8496944" cy="5112568"/>
          </a:xfrm>
        </p:spPr>
        <p:txBody>
          <a:bodyPr/>
          <a:lstStyle/>
          <a:p>
            <a:pPr algn="l"/>
            <a:r>
              <a:rPr lang="en-US" altLang="zh-CN" dirty="0" smtClean="0"/>
              <a:t>1</a:t>
            </a:r>
            <a:r>
              <a:rPr lang="zh-CN" altLang="en-US" dirty="0" smtClean="0"/>
              <a:t>、数据准备 </a:t>
            </a:r>
            <a:r>
              <a:rPr lang="en-US" altLang="zh-CN" dirty="0" err="1" smtClean="0"/>
              <a:t>SocketSubsystem</a:t>
            </a:r>
            <a:r>
              <a:rPr lang="zh-CN" altLang="en-US" dirty="0" smtClean="0"/>
              <a:t>、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FSocket</a:t>
            </a:r>
            <a:endParaRPr lang="en-US" altLang="zh-CN" dirty="0" smtClean="0"/>
          </a:p>
          <a:p>
            <a:pPr algn="l"/>
            <a:r>
              <a:rPr lang="en-US" altLang="zh-CN" dirty="0" smtClean="0"/>
              <a:t>2</a:t>
            </a:r>
            <a:r>
              <a:rPr lang="zh-CN" altLang="en-US" dirty="0" smtClean="0"/>
              <a:t>、</a:t>
            </a:r>
            <a:r>
              <a:rPr lang="en-US" altLang="zh-CN" dirty="0" smtClean="0"/>
              <a:t>UE4</a:t>
            </a:r>
            <a:r>
              <a:rPr lang="zh-CN" altLang="en-US" dirty="0" smtClean="0"/>
              <a:t>线程类</a:t>
            </a:r>
            <a:r>
              <a:rPr lang="en-US" altLang="zh-CN" dirty="0" err="1" smtClean="0"/>
              <a:t>Frunnable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FRunableThread</a:t>
            </a:r>
            <a:endParaRPr lang="en-US" altLang="zh-CN" dirty="0" smtClean="0"/>
          </a:p>
          <a:p>
            <a:pPr algn="l"/>
            <a:r>
              <a:rPr lang="en-US" altLang="zh-CN" dirty="0" smtClean="0"/>
              <a:t>3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FSocket</a:t>
            </a:r>
            <a:r>
              <a:rPr lang="zh-CN" altLang="en-US" dirty="0" smtClean="0"/>
              <a:t>连接服务器</a:t>
            </a:r>
            <a:endParaRPr lang="en-US" altLang="zh-CN" dirty="0" smtClean="0"/>
          </a:p>
          <a:p>
            <a:pPr algn="l"/>
            <a:r>
              <a:rPr lang="en-US" altLang="zh-CN" dirty="0" smtClean="0"/>
              <a:t>4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FSocket</a:t>
            </a:r>
            <a:r>
              <a:rPr lang="zh-CN" altLang="en-US" dirty="0" smtClean="0"/>
              <a:t>接收数据</a:t>
            </a:r>
            <a:endParaRPr lang="en-US" altLang="zh-CN" dirty="0" smtClean="0"/>
          </a:p>
          <a:p>
            <a:pPr algn="l"/>
            <a:r>
              <a:rPr lang="en-US" altLang="zh-CN" dirty="0" smtClean="0"/>
              <a:t>5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Fsocket</a:t>
            </a:r>
            <a:r>
              <a:rPr lang="zh-CN" altLang="en-US" dirty="0" smtClean="0"/>
              <a:t>发送数据</a:t>
            </a:r>
            <a:endParaRPr lang="en-US" altLang="zh-CN" dirty="0" smtClean="0"/>
          </a:p>
          <a:p>
            <a:pPr algn="l"/>
            <a:r>
              <a:rPr lang="en-US" altLang="zh-CN" dirty="0" smtClean="0"/>
              <a:t>6</a:t>
            </a:r>
            <a:r>
              <a:rPr lang="zh-CN" altLang="en-US" dirty="0" smtClean="0"/>
              <a:t>、发包、解包逻辑处理</a:t>
            </a:r>
            <a:endParaRPr lang="en-US" altLang="zh-CN" dirty="0" smtClean="0"/>
          </a:p>
          <a:p>
            <a:pPr algn="l"/>
            <a:r>
              <a:rPr lang="en-US" altLang="zh-CN" dirty="0" smtClean="0"/>
              <a:t>7</a:t>
            </a:r>
            <a:r>
              <a:rPr lang="zh-CN" altLang="en-US" dirty="0" smtClean="0"/>
              <a:t>、</a:t>
            </a:r>
            <a:r>
              <a:rPr lang="en-US" altLang="zh-CN" dirty="0" smtClean="0"/>
              <a:t>app</a:t>
            </a:r>
            <a:r>
              <a:rPr lang="zh-CN" altLang="en-US" dirty="0" smtClean="0"/>
              <a:t>管理器，框架入口，设置托管</a:t>
            </a:r>
            <a:endParaRPr lang="en-US" altLang="zh-CN" dirty="0" smtClean="0"/>
          </a:p>
          <a:p>
            <a:pPr algn="l"/>
            <a:r>
              <a:rPr lang="en-US" altLang="zh-CN" dirty="0" smtClean="0"/>
              <a:t>8</a:t>
            </a:r>
            <a:r>
              <a:rPr lang="zh-CN" altLang="en-US" dirty="0" smtClean="0"/>
              <a:t>、蓝图登录 多人同步交互</a:t>
            </a:r>
            <a:r>
              <a:rPr lang="en-US" altLang="zh-CN" dirty="0" smtClean="0"/>
              <a:t>DEMO</a:t>
            </a:r>
          </a:p>
          <a:p>
            <a:pPr algn="l"/>
            <a:endParaRPr lang="en-US" altLang="zh-CN" dirty="0" smtClean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、数据定义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552" y="1052736"/>
            <a:ext cx="8147248" cy="5073427"/>
          </a:xfrm>
        </p:spPr>
        <p:txBody>
          <a:bodyPr>
            <a:normAutofit/>
          </a:bodyPr>
          <a:lstStyle/>
          <a:p>
            <a:r>
              <a:rPr lang="en-US" altLang="zh-CN" sz="2000" dirty="0" smtClean="0"/>
              <a:t>1</a:t>
            </a:r>
            <a:r>
              <a:rPr lang="zh-CN" altLang="en-US" sz="2000" dirty="0" smtClean="0"/>
              <a:t>、数据定义文件</a:t>
            </a:r>
            <a:endParaRPr lang="en-US" altLang="zh-CN" sz="2000" dirty="0" smtClean="0"/>
          </a:p>
          <a:p>
            <a:r>
              <a:rPr lang="en-US" altLang="zh-CN" sz="2000" dirty="0" smtClean="0"/>
              <a:t>2</a:t>
            </a:r>
            <a:r>
              <a:rPr lang="zh-CN" altLang="en-US" sz="2000" dirty="0" smtClean="0"/>
              <a:t>、</a:t>
            </a:r>
            <a:r>
              <a:rPr lang="en-US" altLang="zh-CN" sz="2000" dirty="0" err="1" smtClean="0"/>
              <a:t>ConfigXML</a:t>
            </a:r>
            <a:r>
              <a:rPr lang="en-US" altLang="zh-CN" sz="2000" dirty="0" smtClean="0"/>
              <a:t> </a:t>
            </a:r>
            <a:r>
              <a:rPr lang="zh-CN" altLang="en-US" sz="2000" dirty="0" smtClean="0"/>
              <a:t>我们将直接初始化写死，不再使用读取本地</a:t>
            </a:r>
            <a:r>
              <a:rPr lang="en-US" altLang="zh-CN" sz="2000" dirty="0" smtClean="0"/>
              <a:t>xml</a:t>
            </a:r>
            <a:r>
              <a:rPr lang="zh-CN" altLang="en-US" sz="2000" dirty="0" smtClean="0"/>
              <a:t>的处理方式，因为客户端编程，读取</a:t>
            </a:r>
            <a:r>
              <a:rPr lang="en-US" altLang="zh-CN" sz="2000" dirty="0" smtClean="0"/>
              <a:t>IP port</a:t>
            </a:r>
            <a:r>
              <a:rPr lang="zh-CN" altLang="en-US" sz="2000" dirty="0" smtClean="0"/>
              <a:t>的方式基本都是通过远程</a:t>
            </a:r>
            <a:r>
              <a:rPr lang="en-US" altLang="zh-CN" sz="2000" dirty="0" smtClean="0"/>
              <a:t>http</a:t>
            </a:r>
            <a:r>
              <a:rPr lang="zh-CN" altLang="en-US" sz="2000" dirty="0" smtClean="0"/>
              <a:t>加载</a:t>
            </a:r>
            <a:r>
              <a:rPr lang="en-US" altLang="zh-CN" sz="2000" dirty="0" smtClean="0"/>
              <a:t>load</a:t>
            </a:r>
            <a:r>
              <a:rPr lang="zh-CN" altLang="en-US" sz="2000" dirty="0" smtClean="0"/>
              <a:t>下来 </a:t>
            </a:r>
            <a:endParaRPr lang="en-US" altLang="zh-CN" sz="2000" dirty="0" smtClean="0"/>
          </a:p>
          <a:p>
            <a:r>
              <a:rPr lang="en-US" altLang="zh-CN" sz="2000" dirty="0" smtClean="0"/>
              <a:t>3</a:t>
            </a:r>
            <a:r>
              <a:rPr lang="zh-CN" altLang="en-US" sz="2000" dirty="0" smtClean="0"/>
              <a:t>、所有的数据定义使用</a:t>
            </a:r>
            <a:r>
              <a:rPr lang="en-US" altLang="zh-CN" sz="2000" dirty="0" smtClean="0"/>
              <a:t>UE4</a:t>
            </a:r>
            <a:r>
              <a:rPr lang="zh-CN" altLang="en-US" sz="2000" dirty="0" smtClean="0"/>
              <a:t>的规则 在</a:t>
            </a:r>
            <a:r>
              <a:rPr lang="en-US" altLang="zh-CN" sz="2000" dirty="0" smtClean="0"/>
              <a:t>UE4</a:t>
            </a:r>
            <a:r>
              <a:rPr lang="zh-CN" altLang="en-US" sz="2000" dirty="0" smtClean="0"/>
              <a:t>范围内定义</a:t>
            </a:r>
            <a:endParaRPr lang="en-US" altLang="zh-CN" sz="2000" dirty="0" smtClean="0"/>
          </a:p>
          <a:p>
            <a:r>
              <a:rPr lang="en-US" altLang="zh-CN" sz="2000" dirty="0" smtClean="0"/>
              <a:t>4</a:t>
            </a:r>
            <a:r>
              <a:rPr lang="zh-CN" altLang="en-US" sz="2000" dirty="0" smtClean="0"/>
              <a:t>、使用</a:t>
            </a:r>
            <a:r>
              <a:rPr lang="en-US" altLang="zh-CN" sz="2000" dirty="0" err="1" smtClean="0"/>
              <a:t>SocketSubSystem</a:t>
            </a:r>
            <a:endParaRPr lang="en-US" altLang="zh-CN" sz="2000" dirty="0" smtClean="0"/>
          </a:p>
          <a:p>
            <a:r>
              <a:rPr lang="en-US" altLang="zh-CN" sz="2000" dirty="0" smtClean="0"/>
              <a:t>#include "</a:t>
            </a:r>
            <a:r>
              <a:rPr lang="en-US" altLang="zh-CN" sz="2000" dirty="0" err="1" smtClean="0"/>
              <a:t>Sockets.h</a:t>
            </a:r>
            <a:r>
              <a:rPr lang="en-US" altLang="zh-CN" sz="2000" dirty="0" smtClean="0"/>
              <a:t>"</a:t>
            </a:r>
          </a:p>
          <a:p>
            <a:r>
              <a:rPr lang="en-US" altLang="zh-CN" sz="2000" dirty="0" smtClean="0"/>
              <a:t>#include "</a:t>
            </a:r>
            <a:r>
              <a:rPr lang="en-US" altLang="zh-CN" sz="2000" dirty="0" err="1" smtClean="0"/>
              <a:t>SocketSubsystem.h</a:t>
            </a:r>
            <a:r>
              <a:rPr lang="en-US" altLang="zh-CN" sz="2000" dirty="0" smtClean="0"/>
              <a:t>“</a:t>
            </a:r>
          </a:p>
          <a:p>
            <a:r>
              <a:rPr lang="zh-CN" altLang="en-US" sz="2000" dirty="0" smtClean="0"/>
              <a:t>添加子模块</a:t>
            </a:r>
            <a:r>
              <a:rPr lang="en-US" altLang="zh-CN" sz="2000" dirty="0" smtClean="0"/>
              <a:t>.</a:t>
            </a:r>
            <a:r>
              <a:rPr lang="en-US" altLang="zh-CN" sz="2000" dirty="0" err="1" smtClean="0"/>
              <a:t>build.cs</a:t>
            </a:r>
            <a:r>
              <a:rPr lang="en-US" altLang="zh-CN" sz="2000" dirty="0" smtClean="0"/>
              <a:t> -- "</a:t>
            </a:r>
            <a:r>
              <a:rPr lang="en-US" altLang="zh-CN" sz="2000" dirty="0" err="1" smtClean="0"/>
              <a:t>Sockets","Networking</a:t>
            </a:r>
            <a:r>
              <a:rPr lang="en-US" altLang="zh-CN" sz="2000" dirty="0" smtClean="0"/>
              <a:t>" </a:t>
            </a:r>
          </a:p>
          <a:p>
            <a:endParaRPr lang="en-US" altLang="zh-CN" sz="2000" dirty="0" smtClean="0"/>
          </a:p>
          <a:p>
            <a:endParaRPr lang="en-US" altLang="zh-CN" sz="2000" dirty="0" smtClean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0"/>
            <a:ext cx="8229600" cy="1417638"/>
          </a:xfrm>
        </p:spPr>
        <p:txBody>
          <a:bodyPr>
            <a:normAutofit fontScale="90000"/>
          </a:bodyPr>
          <a:lstStyle/>
          <a:p>
            <a:r>
              <a:rPr lang="en-US" altLang="zh-CN" dirty="0" smtClean="0"/>
              <a:t>2</a:t>
            </a:r>
            <a:r>
              <a:rPr lang="zh-CN" altLang="en-US" dirty="0" smtClean="0"/>
              <a:t>、</a:t>
            </a:r>
            <a:r>
              <a:rPr lang="en-US" altLang="zh-CN" dirty="0" smtClean="0"/>
              <a:t>UE4 </a:t>
            </a:r>
            <a:r>
              <a:rPr lang="zh-CN" altLang="en-US" dirty="0" smtClean="0"/>
              <a:t>线程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692696"/>
            <a:ext cx="8712968" cy="6165304"/>
          </a:xfrm>
        </p:spPr>
        <p:txBody>
          <a:bodyPr>
            <a:normAutofit/>
          </a:bodyPr>
          <a:lstStyle/>
          <a:p>
            <a:endParaRPr lang="en-US" altLang="zh-CN" sz="1800" dirty="0" smtClean="0"/>
          </a:p>
          <a:p>
            <a:r>
              <a:rPr lang="zh-CN" altLang="en-US" sz="1800" dirty="0" smtClean="0"/>
              <a:t>自定义线程类：一般</a:t>
            </a:r>
            <a:r>
              <a:rPr lang="en-US" altLang="zh-CN" sz="1800" dirty="0" smtClean="0"/>
              <a:t>UE4</a:t>
            </a:r>
            <a:r>
              <a:rPr lang="zh-CN" altLang="en-US" sz="1800" dirty="0" smtClean="0"/>
              <a:t>线程主要涉及</a:t>
            </a:r>
            <a:r>
              <a:rPr lang="en-US" altLang="zh-CN" sz="1800" dirty="0" err="1" smtClean="0"/>
              <a:t>FRunnableThread</a:t>
            </a:r>
            <a:r>
              <a:rPr lang="zh-CN" altLang="en-US" sz="1800" dirty="0" smtClean="0"/>
              <a:t>类和</a:t>
            </a:r>
            <a:r>
              <a:rPr lang="en-US" altLang="zh-CN" sz="1800" dirty="0" err="1" smtClean="0"/>
              <a:t>FRunnable</a:t>
            </a:r>
            <a:r>
              <a:rPr lang="zh-CN" altLang="en-US" sz="1800" dirty="0" smtClean="0"/>
              <a:t>类</a:t>
            </a:r>
          </a:p>
          <a:p>
            <a:r>
              <a:rPr lang="en-US" altLang="zh-CN" sz="1800" dirty="0" err="1" smtClean="0"/>
              <a:t>FRunnableThread</a:t>
            </a:r>
            <a:r>
              <a:rPr lang="zh-CN" altLang="en-US" sz="1800" dirty="0" smtClean="0"/>
              <a:t>用于管理线程实例</a:t>
            </a:r>
            <a:r>
              <a:rPr lang="en-US" altLang="zh-CN" sz="1800" dirty="0" smtClean="0"/>
              <a:t>(</a:t>
            </a:r>
            <a:r>
              <a:rPr lang="zh-CN" altLang="en-US" sz="1800" dirty="0" smtClean="0"/>
              <a:t>如创建、暂停</a:t>
            </a:r>
            <a:r>
              <a:rPr lang="en-US" altLang="zh-CN" sz="1800" dirty="0" smtClean="0"/>
              <a:t>,</a:t>
            </a:r>
            <a:r>
              <a:rPr lang="zh-CN" altLang="en-US" sz="1800" dirty="0" smtClean="0"/>
              <a:t>销毁等</a:t>
            </a:r>
            <a:r>
              <a:rPr lang="en-US" altLang="zh-CN" sz="1800" dirty="0" smtClean="0"/>
              <a:t>)</a:t>
            </a:r>
          </a:p>
          <a:p>
            <a:r>
              <a:rPr lang="en-US" altLang="zh-CN" sz="1800" dirty="0" err="1" smtClean="0"/>
              <a:t>FRunnable</a:t>
            </a:r>
            <a:r>
              <a:rPr lang="zh-CN" altLang="en-US" sz="1800" dirty="0" smtClean="0"/>
              <a:t>则是用于实现线程逻辑的具体实现（继承方式</a:t>
            </a:r>
            <a:r>
              <a:rPr lang="en-US" altLang="zh-CN" sz="1800" dirty="0" smtClean="0"/>
              <a:t>)</a:t>
            </a:r>
          </a:p>
          <a:p>
            <a:r>
              <a:rPr lang="zh-CN" altLang="en-US" sz="1800" dirty="0" smtClean="0"/>
              <a:t>有三个虚函数和一个纯虚函数</a:t>
            </a:r>
          </a:p>
          <a:p>
            <a:r>
              <a:rPr lang="zh-CN" altLang="en-US" sz="1800" dirty="0" smtClean="0"/>
              <a:t>　　  </a:t>
            </a:r>
            <a:r>
              <a:rPr lang="en-US" altLang="zh-CN" sz="1800" dirty="0" smtClean="0"/>
              <a:t>Init() </a:t>
            </a:r>
            <a:r>
              <a:rPr lang="zh-CN" altLang="en-US" sz="1800" dirty="0" smtClean="0"/>
              <a:t>初始化调用</a:t>
            </a:r>
          </a:p>
          <a:p>
            <a:r>
              <a:rPr lang="zh-CN" altLang="en-US" sz="1800" dirty="0" smtClean="0"/>
              <a:t>　　  </a:t>
            </a:r>
            <a:r>
              <a:rPr lang="en-US" altLang="zh-CN" sz="1800" dirty="0" smtClean="0"/>
              <a:t>Stop() //</a:t>
            </a:r>
            <a:endParaRPr lang="zh-CN" altLang="en-US" sz="1800" dirty="0" smtClean="0"/>
          </a:p>
          <a:p>
            <a:r>
              <a:rPr lang="en-US" altLang="zh-CN" sz="1800" dirty="0" smtClean="0"/>
              <a:t>           Exit() //. Exit</a:t>
            </a:r>
            <a:r>
              <a:rPr lang="zh-CN" altLang="en-US" sz="1800" dirty="0" smtClean="0"/>
              <a:t>函数被复写 线程退出会调用这个</a:t>
            </a:r>
            <a:r>
              <a:rPr lang="en-US" altLang="zh-CN" sz="1800" dirty="0" smtClean="0"/>
              <a:t>API; </a:t>
            </a:r>
            <a:r>
              <a:rPr lang="zh-CN" altLang="en-US" sz="1800" dirty="0" smtClean="0"/>
              <a:t/>
            </a:r>
            <a:br>
              <a:rPr lang="zh-CN" altLang="en-US" sz="1800" dirty="0" smtClean="0"/>
            </a:br>
            <a:r>
              <a:rPr lang="zh-CN" altLang="en-US" sz="1800" dirty="0" smtClean="0"/>
              <a:t>           </a:t>
            </a:r>
            <a:r>
              <a:rPr lang="en-US" altLang="zh-CN" sz="1800" dirty="0" smtClean="0"/>
              <a:t>Run() // Run</a:t>
            </a:r>
            <a:r>
              <a:rPr lang="zh-CN" altLang="en-US" sz="1800" dirty="0" smtClean="0"/>
              <a:t>函数复写，将自己的逻辑代码放入其中，调用</a:t>
            </a:r>
            <a:r>
              <a:rPr lang="en-US" altLang="zh-CN" sz="1800" dirty="0" err="1" smtClean="0"/>
              <a:t>FRunnableThread</a:t>
            </a:r>
            <a:r>
              <a:rPr lang="zh-CN" altLang="en-US" sz="1800" dirty="0" smtClean="0"/>
              <a:t>的                    </a:t>
            </a:r>
            <a:r>
              <a:rPr lang="en-US" altLang="zh-CN" sz="1800" dirty="0" smtClean="0"/>
              <a:t>Create</a:t>
            </a:r>
            <a:r>
              <a:rPr lang="zh-CN" altLang="en-US" sz="1800" dirty="0" smtClean="0"/>
              <a:t>后，</a:t>
            </a:r>
            <a:r>
              <a:rPr lang="en-US" altLang="zh-CN" sz="1800" dirty="0" smtClean="0"/>
              <a:t>Run</a:t>
            </a:r>
            <a:r>
              <a:rPr lang="zh-CN" altLang="en-US" sz="1800" dirty="0" smtClean="0"/>
              <a:t>会自动运行。</a:t>
            </a:r>
          </a:p>
          <a:p>
            <a:r>
              <a:rPr lang="en-US" altLang="zh-CN" sz="1800" dirty="0" smtClean="0"/>
              <a:t>#include "</a:t>
            </a:r>
            <a:r>
              <a:rPr lang="en-US" altLang="zh-CN" sz="1800" dirty="0" err="1" smtClean="0"/>
              <a:t>Runnable.h</a:t>
            </a:r>
            <a:r>
              <a:rPr lang="en-US" altLang="zh-CN" sz="1800" dirty="0" smtClean="0"/>
              <a:t>“</a:t>
            </a:r>
          </a:p>
          <a:p>
            <a:r>
              <a:rPr lang="en-US" altLang="zh-CN" sz="1800" dirty="0" smtClean="0"/>
              <a:t>#include "</a:t>
            </a:r>
            <a:r>
              <a:rPr lang="en-US" altLang="zh-CN" sz="1800" dirty="0" err="1" smtClean="0"/>
              <a:t>RunnableThread.h</a:t>
            </a:r>
            <a:r>
              <a:rPr lang="en-US" altLang="zh-CN" sz="1800" dirty="0" smtClean="0"/>
              <a:t>"</a:t>
            </a:r>
          </a:p>
          <a:p>
            <a:r>
              <a:rPr lang="en-US" altLang="zh-CN" sz="1800" dirty="0" smtClean="0"/>
              <a:t>Class </a:t>
            </a:r>
            <a:r>
              <a:rPr lang="en-US" altLang="zh-CN" sz="1800" dirty="0" err="1" smtClean="0"/>
              <a:t>TcpClient_Thread</a:t>
            </a:r>
            <a:r>
              <a:rPr lang="en-US" altLang="zh-CN" sz="1800" dirty="0" smtClean="0"/>
              <a:t>: public </a:t>
            </a:r>
            <a:r>
              <a:rPr lang="en-US" altLang="zh-CN" sz="1800" dirty="0" err="1" smtClean="0"/>
              <a:t>FRunnable</a:t>
            </a:r>
            <a:endParaRPr lang="en-US" altLang="zh-CN" sz="1800" dirty="0" smtClean="0"/>
          </a:p>
          <a:p>
            <a:r>
              <a:rPr lang="en-US" altLang="zh-CN" sz="1800" dirty="0" err="1" smtClean="0"/>
              <a:t>FRunnableThread</a:t>
            </a:r>
            <a:r>
              <a:rPr lang="en-US" altLang="zh-CN" sz="1800" dirty="0" smtClean="0"/>
              <a:t>*  Thread = </a:t>
            </a:r>
            <a:r>
              <a:rPr lang="en-US" altLang="zh-CN" sz="1800" dirty="0" err="1" smtClean="0"/>
              <a:t>FRunnableThread::Create</a:t>
            </a:r>
            <a:r>
              <a:rPr lang="en-US" altLang="zh-CN" sz="1800" dirty="0" smtClean="0"/>
              <a:t>(this, TEXT("Flower Thread..."), 0)</a:t>
            </a:r>
          </a:p>
          <a:p>
            <a:r>
              <a:rPr lang="zh-CN" altLang="en-US" sz="1800" dirty="0" smtClean="0"/>
              <a:t>增加一个线程停止运行的标志位，在销毁线程前，先把这个标志为</a:t>
            </a:r>
            <a:r>
              <a:rPr lang="en-US" altLang="zh-CN" sz="1800" dirty="0" smtClean="0"/>
              <a:t>false</a:t>
            </a:r>
            <a:r>
              <a:rPr lang="zh-CN" altLang="en-US" sz="1800" dirty="0" smtClean="0"/>
              <a:t>，让线程自己停止运行，然后调用</a:t>
            </a:r>
            <a:r>
              <a:rPr lang="en-US" altLang="zh-CN" sz="1800" dirty="0" err="1" smtClean="0"/>
              <a:t>FRunnableThread</a:t>
            </a:r>
            <a:r>
              <a:rPr lang="zh-CN" altLang="en-US" sz="1800" dirty="0" smtClean="0"/>
              <a:t>的</a:t>
            </a:r>
            <a:r>
              <a:rPr lang="en-US" altLang="zh-CN" sz="1800" dirty="0" err="1" smtClean="0"/>
              <a:t>WaitForCompletion</a:t>
            </a:r>
            <a:r>
              <a:rPr lang="zh-CN" altLang="en-US" sz="1800" dirty="0" smtClean="0"/>
              <a:t>等待线程结束后，再做后续的清理工作。</a:t>
            </a:r>
            <a:endParaRPr lang="en-US" altLang="zh-CN" sz="1800" dirty="0" smtClean="0"/>
          </a:p>
          <a:p>
            <a:r>
              <a:rPr lang="en-US" altLang="zh-CN" sz="1800" dirty="0" err="1" smtClean="0"/>
              <a:t>isRunning</a:t>
            </a:r>
            <a:r>
              <a:rPr lang="en-US" altLang="zh-CN" sz="1800" dirty="0" smtClean="0"/>
              <a:t> = false;</a:t>
            </a:r>
          </a:p>
          <a:p>
            <a:r>
              <a:rPr lang="en-US" altLang="zh-CN" sz="1800" dirty="0" smtClean="0"/>
              <a:t>if (Thread != NULL) Thread &gt;</a:t>
            </a:r>
            <a:r>
              <a:rPr lang="en-US" altLang="zh-CN" sz="1800" dirty="0" err="1" smtClean="0"/>
              <a:t>WaitForCompletion</a:t>
            </a:r>
            <a:r>
              <a:rPr lang="en-US" altLang="zh-CN" sz="1800" dirty="0" smtClean="0"/>
              <a:t>();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88640"/>
            <a:ext cx="8363272" cy="5937523"/>
          </a:xfrm>
        </p:spPr>
        <p:txBody>
          <a:bodyPr>
            <a:normAutofit/>
          </a:bodyPr>
          <a:lstStyle/>
          <a:p>
            <a:r>
              <a:rPr lang="en-US" altLang="zh-CN" sz="1800" dirty="0" smtClean="0"/>
              <a:t>Run </a:t>
            </a:r>
            <a:r>
              <a:rPr lang="zh-CN" altLang="en-US" sz="1800" dirty="0" smtClean="0"/>
              <a:t>线程执行逻辑</a:t>
            </a:r>
            <a:endParaRPr lang="en-US" altLang="zh-CN" sz="1800" dirty="0" smtClean="0"/>
          </a:p>
          <a:p>
            <a:r>
              <a:rPr lang="en-US" altLang="zh-CN" sz="1800" dirty="0" smtClean="0"/>
              <a:t>while (</a:t>
            </a:r>
            <a:r>
              <a:rPr lang="en-US" altLang="zh-CN" sz="1800" dirty="0" err="1" smtClean="0"/>
              <a:t>isRunning</a:t>
            </a:r>
            <a:r>
              <a:rPr lang="en-US" altLang="zh-CN" sz="1800" dirty="0" smtClean="0"/>
              <a:t>)</a:t>
            </a:r>
          </a:p>
          <a:p>
            <a:r>
              <a:rPr lang="en-US" altLang="zh-CN" sz="1800" dirty="0" smtClean="0"/>
              <a:t>{</a:t>
            </a:r>
          </a:p>
          <a:p>
            <a:pPr lvl="1"/>
            <a:r>
              <a:rPr lang="en-US" altLang="zh-CN" sz="1800" dirty="0" smtClean="0"/>
              <a:t>switch (</a:t>
            </a:r>
            <a:r>
              <a:rPr lang="en-US" altLang="zh-CN" sz="1800" dirty="0" err="1" smtClean="0"/>
              <a:t>m_data.state</a:t>
            </a:r>
            <a:r>
              <a:rPr lang="en-US" altLang="zh-CN" sz="1800" dirty="0" smtClean="0"/>
              <a:t>)</a:t>
            </a:r>
          </a:p>
          <a:p>
            <a:pPr lvl="1"/>
            <a:r>
              <a:rPr lang="en-US" altLang="zh-CN" sz="1800" dirty="0" smtClean="0"/>
              <a:t>{</a:t>
            </a:r>
          </a:p>
          <a:p>
            <a:pPr lvl="1"/>
            <a:r>
              <a:rPr lang="en-US" altLang="zh-CN" sz="1800" dirty="0" smtClean="0"/>
              <a:t>case </a:t>
            </a:r>
            <a:r>
              <a:rPr lang="en-US" altLang="zh-CN" sz="1800" dirty="0" err="1" smtClean="0"/>
              <a:t>func::C_Free</a:t>
            </a:r>
            <a:r>
              <a:rPr lang="en-US" altLang="zh-CN" sz="1800" dirty="0" smtClean="0"/>
              <a:t>:</a:t>
            </a:r>
          </a:p>
          <a:p>
            <a:pPr lvl="1"/>
            <a:r>
              <a:rPr lang="en-US" altLang="zh-CN" sz="1800" dirty="0" smtClean="0"/>
              <a:t>      this-&gt;</a:t>
            </a:r>
            <a:r>
              <a:rPr lang="en-US" altLang="zh-CN" sz="1800" dirty="0" err="1" smtClean="0"/>
              <a:t>connectServer</a:t>
            </a:r>
            <a:r>
              <a:rPr lang="en-US" altLang="zh-CN" sz="1800" dirty="0" smtClean="0"/>
              <a:t>();</a:t>
            </a:r>
          </a:p>
          <a:p>
            <a:pPr lvl="1"/>
            <a:r>
              <a:rPr lang="en-US" altLang="zh-CN" sz="1800" dirty="0" smtClean="0"/>
              <a:t>      </a:t>
            </a:r>
            <a:r>
              <a:rPr lang="en-US" altLang="zh-CN" sz="1800" dirty="0" err="1" smtClean="0"/>
              <a:t>FPlatformProcess::Sleep</a:t>
            </a:r>
            <a:r>
              <a:rPr lang="en-US" altLang="zh-CN" sz="1800" dirty="0" smtClean="0"/>
              <a:t>(3);</a:t>
            </a:r>
          </a:p>
          <a:p>
            <a:pPr lvl="1"/>
            <a:r>
              <a:rPr lang="en-US" altLang="zh-CN" sz="1800" dirty="0" smtClean="0"/>
              <a:t>      break;</a:t>
            </a:r>
          </a:p>
          <a:p>
            <a:pPr lvl="1"/>
            <a:r>
              <a:rPr lang="en-US" altLang="zh-CN" sz="1800" dirty="0" smtClean="0"/>
              <a:t>default:</a:t>
            </a:r>
          </a:p>
          <a:p>
            <a:pPr lvl="1"/>
            <a:r>
              <a:rPr lang="en-US" altLang="zh-CN" sz="1800" dirty="0" smtClean="0"/>
              <a:t>      this-&gt;</a:t>
            </a:r>
            <a:r>
              <a:rPr lang="en-US" altLang="zh-CN" sz="1800" dirty="0" err="1" smtClean="0"/>
              <a:t>onRecv</a:t>
            </a:r>
            <a:r>
              <a:rPr lang="en-US" altLang="zh-CN" sz="1800" dirty="0" smtClean="0"/>
              <a:t>();</a:t>
            </a:r>
          </a:p>
          <a:p>
            <a:pPr lvl="1"/>
            <a:r>
              <a:rPr lang="en-US" altLang="zh-CN" sz="1800" dirty="0" smtClean="0"/>
              <a:t>      break;</a:t>
            </a:r>
          </a:p>
          <a:p>
            <a:pPr lvl="1"/>
            <a:r>
              <a:rPr lang="en-US" altLang="zh-CN" sz="1800" dirty="0" smtClean="0"/>
              <a:t>}</a:t>
            </a:r>
            <a:endParaRPr lang="zh-CN" altLang="en-US" sz="1800" dirty="0" smtClean="0"/>
          </a:p>
          <a:p>
            <a:pPr lvl="1"/>
            <a:r>
              <a:rPr lang="en-US" altLang="zh-CN" sz="1800" dirty="0" err="1" smtClean="0"/>
              <a:t>FPlatformProcess::Sleep</a:t>
            </a:r>
            <a:r>
              <a:rPr lang="en-US" altLang="zh-CN" sz="1800" dirty="0" smtClean="0"/>
              <a:t>(0.03);</a:t>
            </a:r>
          </a:p>
          <a:p>
            <a:r>
              <a:rPr lang="en-US" altLang="zh-CN" sz="1800" dirty="0" smtClean="0"/>
              <a:t>}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/>
          <a:lstStyle/>
          <a:p>
            <a:r>
              <a:rPr lang="en-US" altLang="zh-CN" dirty="0" smtClean="0"/>
              <a:t>3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Fsocket</a:t>
            </a:r>
            <a:r>
              <a:rPr lang="zh-CN" altLang="en-US" dirty="0" smtClean="0"/>
              <a:t>连接服务器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980728"/>
            <a:ext cx="9144000" cy="5877272"/>
          </a:xfrm>
        </p:spPr>
        <p:txBody>
          <a:bodyPr>
            <a:normAutofit/>
          </a:bodyPr>
          <a:lstStyle/>
          <a:p>
            <a:r>
              <a:rPr lang="en-US" altLang="zh-CN" sz="1600" dirty="0" smtClean="0"/>
              <a:t>#include "IPv4Address.h"</a:t>
            </a:r>
          </a:p>
          <a:p>
            <a:r>
              <a:rPr lang="en-US" altLang="zh-CN" sz="1600" dirty="0" smtClean="0"/>
              <a:t>#include "</a:t>
            </a:r>
            <a:r>
              <a:rPr lang="en-US" altLang="zh-CN" sz="1600" dirty="0" err="1" smtClean="0"/>
              <a:t>SharedPointer.h</a:t>
            </a:r>
            <a:r>
              <a:rPr lang="en-US" altLang="zh-CN" sz="1600" dirty="0" smtClean="0"/>
              <a:t>"</a:t>
            </a:r>
          </a:p>
          <a:p>
            <a:r>
              <a:rPr lang="en-US" altLang="zh-CN" sz="1600" dirty="0" smtClean="0"/>
              <a:t>#include "</a:t>
            </a:r>
            <a:r>
              <a:rPr lang="en-US" altLang="zh-CN" sz="1600" dirty="0" err="1" smtClean="0"/>
              <a:t>IPAddress.h</a:t>
            </a:r>
            <a:r>
              <a:rPr lang="en-US" altLang="zh-CN" sz="1600" dirty="0" smtClean="0"/>
              <a:t>"</a:t>
            </a:r>
          </a:p>
          <a:p>
            <a:r>
              <a:rPr lang="en-US" altLang="zh-CN" sz="1600" dirty="0" smtClean="0"/>
              <a:t>1</a:t>
            </a:r>
            <a:r>
              <a:rPr lang="zh-CN" altLang="en-US" sz="1600" dirty="0" smtClean="0"/>
              <a:t>、</a:t>
            </a:r>
            <a:r>
              <a:rPr lang="en-US" altLang="zh-CN" sz="1600" dirty="0" err="1" smtClean="0"/>
              <a:t>initsocket</a:t>
            </a:r>
            <a:endParaRPr lang="en-US" altLang="zh-CN" sz="1600" dirty="0" smtClean="0"/>
          </a:p>
          <a:p>
            <a:r>
              <a:rPr lang="en-US" altLang="zh-CN" sz="1600" dirty="0" smtClean="0"/>
              <a:t>socket-&gt;Close();</a:t>
            </a:r>
          </a:p>
          <a:p>
            <a:r>
              <a:rPr lang="en-US" altLang="zh-CN" sz="1600" dirty="0" err="1" smtClean="0"/>
              <a:t>socketfd</a:t>
            </a:r>
            <a:r>
              <a:rPr lang="en-US" altLang="zh-CN" sz="1600" dirty="0" smtClean="0"/>
              <a:t> = </a:t>
            </a:r>
            <a:r>
              <a:rPr lang="en-US" altLang="zh-CN" sz="1600" dirty="0" err="1" smtClean="0"/>
              <a:t>ISocketSubsystem::Get</a:t>
            </a:r>
            <a:r>
              <a:rPr lang="en-US" altLang="zh-CN" sz="1600" dirty="0" smtClean="0"/>
              <a:t>(PLATFORM_SOCKETSUBSYSTEM)-&gt;</a:t>
            </a:r>
            <a:r>
              <a:rPr lang="en-US" altLang="zh-CN" sz="1600" dirty="0" err="1" smtClean="0"/>
              <a:t>DestroySocket</a:t>
            </a:r>
            <a:r>
              <a:rPr lang="en-US" altLang="zh-CN" sz="1600" dirty="0" smtClean="0"/>
              <a:t>(</a:t>
            </a:r>
            <a:r>
              <a:rPr lang="en-US" altLang="zh-CN" sz="1600" dirty="0" err="1" smtClean="0"/>
              <a:t>socketfd</a:t>
            </a:r>
            <a:r>
              <a:rPr lang="en-US" altLang="zh-CN" sz="1600" dirty="0" smtClean="0"/>
              <a:t>);</a:t>
            </a:r>
          </a:p>
          <a:p>
            <a:r>
              <a:rPr lang="en-US" altLang="zh-CN" sz="1600" dirty="0" err="1" smtClean="0"/>
              <a:t>socketfd</a:t>
            </a:r>
            <a:r>
              <a:rPr lang="en-US" altLang="zh-CN" sz="1600" dirty="0" smtClean="0"/>
              <a:t> = NULL;</a:t>
            </a:r>
          </a:p>
          <a:p>
            <a:r>
              <a:rPr lang="en-US" altLang="zh-CN" sz="1600" dirty="0" err="1" smtClean="0"/>
              <a:t>socketfd</a:t>
            </a:r>
            <a:r>
              <a:rPr lang="en-US" altLang="zh-CN" sz="1600" dirty="0" smtClean="0"/>
              <a:t> = </a:t>
            </a:r>
            <a:r>
              <a:rPr lang="en-US" altLang="zh-CN" sz="1600" dirty="0" err="1" smtClean="0"/>
              <a:t>ISocketSubsystem::Get</a:t>
            </a:r>
            <a:r>
              <a:rPr lang="en-US" altLang="zh-CN" sz="1600" dirty="0" smtClean="0"/>
              <a:t>(PLATFORM_SOCKETSUBSYSTEM)-&gt;</a:t>
            </a:r>
            <a:r>
              <a:rPr lang="en-US" altLang="zh-CN" sz="1600" dirty="0" err="1" smtClean="0"/>
              <a:t>CreateSocket</a:t>
            </a:r>
            <a:r>
              <a:rPr lang="en-US" altLang="zh-CN" sz="1600" dirty="0" smtClean="0"/>
              <a:t>(</a:t>
            </a:r>
            <a:r>
              <a:rPr lang="en-US" altLang="zh-CN" sz="1600" dirty="0" err="1" smtClean="0"/>
              <a:t>NAME_Stream</a:t>
            </a:r>
            <a:r>
              <a:rPr lang="en-US" altLang="zh-CN" sz="1600" dirty="0" smtClean="0"/>
              <a:t>, TEXT("flower"), false);</a:t>
            </a:r>
          </a:p>
          <a:p>
            <a:r>
              <a:rPr lang="en-US" altLang="zh-CN" sz="1600" dirty="0" smtClean="0"/>
              <a:t>2</a:t>
            </a:r>
            <a:r>
              <a:rPr lang="zh-CN" altLang="en-US" sz="1600" dirty="0" smtClean="0"/>
              <a:t>、</a:t>
            </a:r>
            <a:r>
              <a:rPr lang="en-US" altLang="zh-CN" sz="1600" dirty="0" err="1" smtClean="0"/>
              <a:t>connectServer</a:t>
            </a:r>
            <a:endParaRPr lang="en-US" altLang="zh-CN" sz="1600" dirty="0" smtClean="0"/>
          </a:p>
          <a:p>
            <a:r>
              <a:rPr lang="en-US" altLang="zh-CN" sz="1200" dirty="0" smtClean="0"/>
              <a:t>//</a:t>
            </a:r>
            <a:r>
              <a:rPr lang="zh-CN" altLang="en-US" sz="1200" dirty="0" smtClean="0"/>
              <a:t>将</a:t>
            </a:r>
            <a:r>
              <a:rPr lang="en-US" altLang="zh-CN" sz="1200" dirty="0" smtClean="0"/>
              <a:t>string</a:t>
            </a:r>
            <a:r>
              <a:rPr lang="zh-CN" altLang="en-US" sz="1200" dirty="0" smtClean="0"/>
              <a:t>类型的</a:t>
            </a:r>
            <a:r>
              <a:rPr lang="en-US" altLang="zh-CN" sz="1200" dirty="0" smtClean="0"/>
              <a:t>IP</a:t>
            </a:r>
            <a:r>
              <a:rPr lang="zh-CN" altLang="en-US" sz="1200" dirty="0" smtClean="0"/>
              <a:t>地址转化成</a:t>
            </a:r>
            <a:r>
              <a:rPr lang="en-US" altLang="zh-CN" sz="1200" dirty="0" err="1" smtClean="0"/>
              <a:t>int</a:t>
            </a:r>
            <a:r>
              <a:rPr lang="en-US" altLang="zh-CN" sz="1200" dirty="0" smtClean="0"/>
              <a:t>  </a:t>
            </a:r>
            <a:r>
              <a:rPr lang="zh-CN" altLang="en-US" sz="1200" dirty="0" smtClean="0"/>
              <a:t>将传入的</a:t>
            </a:r>
            <a:r>
              <a:rPr lang="en-US" altLang="zh-CN" sz="1200" dirty="0" smtClean="0"/>
              <a:t>address</a:t>
            </a:r>
            <a:r>
              <a:rPr lang="zh-CN" altLang="en-US" sz="1200" dirty="0" smtClean="0"/>
              <a:t>转为</a:t>
            </a:r>
            <a:r>
              <a:rPr lang="en-US" altLang="zh-CN" sz="1200" dirty="0" smtClean="0"/>
              <a:t>IPv4</a:t>
            </a:r>
            <a:r>
              <a:rPr lang="zh-CN" altLang="en-US" sz="1200" dirty="0" smtClean="0"/>
              <a:t>地址</a:t>
            </a:r>
            <a:endParaRPr lang="en-US" altLang="zh-CN" sz="1200" dirty="0" smtClean="0"/>
          </a:p>
          <a:p>
            <a:r>
              <a:rPr lang="en-US" altLang="zh-CN" sz="1200" dirty="0" smtClean="0"/>
              <a:t>FIPv4Address </a:t>
            </a:r>
            <a:r>
              <a:rPr lang="en-US" altLang="zh-CN" sz="1200" dirty="0" err="1" smtClean="0"/>
              <a:t>ip</a:t>
            </a:r>
            <a:r>
              <a:rPr lang="en-US" altLang="zh-CN" sz="1200" dirty="0" smtClean="0"/>
              <a:t>; </a:t>
            </a:r>
          </a:p>
          <a:p>
            <a:r>
              <a:rPr lang="en-US" altLang="zh-CN" sz="1200" dirty="0" smtClean="0"/>
              <a:t>FIPv4Address::Parse(address, </a:t>
            </a:r>
            <a:r>
              <a:rPr lang="en-US" altLang="zh-CN" sz="1200" dirty="0" err="1" smtClean="0"/>
              <a:t>ip</a:t>
            </a:r>
            <a:r>
              <a:rPr lang="en-US" altLang="zh-CN" sz="1200" dirty="0" smtClean="0"/>
              <a:t>);</a:t>
            </a:r>
          </a:p>
          <a:p>
            <a:r>
              <a:rPr lang="en-US" altLang="zh-CN" sz="1200" dirty="0" smtClean="0"/>
              <a:t>//</a:t>
            </a:r>
            <a:r>
              <a:rPr lang="zh-CN" altLang="en-US" sz="1200" dirty="0" smtClean="0"/>
              <a:t>创建一个</a:t>
            </a:r>
            <a:r>
              <a:rPr lang="en-US" altLang="zh-CN" sz="1200" dirty="0" err="1" smtClean="0"/>
              <a:t>addr</a:t>
            </a:r>
            <a:r>
              <a:rPr lang="zh-CN" altLang="en-US" sz="1200" dirty="0" smtClean="0"/>
              <a:t>存放</a:t>
            </a:r>
            <a:r>
              <a:rPr lang="en-US" altLang="zh-CN" sz="1200" dirty="0" err="1" smtClean="0"/>
              <a:t>ip</a:t>
            </a:r>
            <a:r>
              <a:rPr lang="zh-CN" altLang="en-US" sz="1200" dirty="0" smtClean="0"/>
              <a:t>地址和端口</a:t>
            </a:r>
          </a:p>
          <a:p>
            <a:r>
              <a:rPr lang="en-US" altLang="zh-CN" sz="1200" dirty="0" err="1" smtClean="0"/>
              <a:t>TSharedRef</a:t>
            </a:r>
            <a:r>
              <a:rPr lang="en-US" altLang="zh-CN" sz="1200" dirty="0" smtClean="0"/>
              <a:t>&lt;</a:t>
            </a:r>
            <a:r>
              <a:rPr lang="en-US" altLang="zh-CN" sz="1200" dirty="0" err="1" smtClean="0"/>
              <a:t>FInternetAddr</a:t>
            </a:r>
            <a:r>
              <a:rPr lang="en-US" altLang="zh-CN" sz="1200" dirty="0" smtClean="0"/>
              <a:t>&gt; </a:t>
            </a:r>
            <a:r>
              <a:rPr lang="en-US" altLang="zh-CN" sz="1200" dirty="0" err="1" smtClean="0"/>
              <a:t>addr</a:t>
            </a:r>
            <a:r>
              <a:rPr lang="en-US" altLang="zh-CN" sz="1200" dirty="0" smtClean="0"/>
              <a:t> = </a:t>
            </a:r>
            <a:r>
              <a:rPr lang="en-US" altLang="zh-CN" sz="1200" dirty="0" err="1" smtClean="0"/>
              <a:t>ISocketSubsystem::Get</a:t>
            </a:r>
            <a:r>
              <a:rPr lang="en-US" altLang="zh-CN" sz="1200" dirty="0" smtClean="0"/>
              <a:t>(PLATFORM_SOCKETSUBSYSTEM)-&gt;</a:t>
            </a:r>
            <a:r>
              <a:rPr lang="en-US" altLang="zh-CN" sz="1200" dirty="0" err="1" smtClean="0"/>
              <a:t>CreateInternetAddr</a:t>
            </a:r>
            <a:r>
              <a:rPr lang="en-US" altLang="zh-CN" sz="1200" dirty="0" smtClean="0"/>
              <a:t>();</a:t>
            </a:r>
          </a:p>
          <a:p>
            <a:r>
              <a:rPr lang="en-US" altLang="zh-CN" sz="1200" dirty="0" err="1" smtClean="0"/>
              <a:t>addr</a:t>
            </a:r>
            <a:r>
              <a:rPr lang="en-US" altLang="zh-CN" sz="1200" dirty="0" smtClean="0"/>
              <a:t>-&gt;</a:t>
            </a:r>
            <a:r>
              <a:rPr lang="en-US" altLang="zh-CN" sz="1200" dirty="0" err="1" smtClean="0"/>
              <a:t>SetIp</a:t>
            </a:r>
            <a:r>
              <a:rPr lang="en-US" altLang="zh-CN" sz="1200" dirty="0" smtClean="0"/>
              <a:t>(</a:t>
            </a:r>
            <a:r>
              <a:rPr lang="en-US" altLang="zh-CN" sz="1200" dirty="0" err="1" smtClean="0"/>
              <a:t>ip.Value</a:t>
            </a:r>
            <a:r>
              <a:rPr lang="en-US" altLang="zh-CN" sz="1200" dirty="0" smtClean="0"/>
              <a:t>);</a:t>
            </a:r>
          </a:p>
          <a:p>
            <a:r>
              <a:rPr lang="en-US" altLang="zh-CN" sz="1200" dirty="0" err="1" smtClean="0"/>
              <a:t>addr</a:t>
            </a:r>
            <a:r>
              <a:rPr lang="en-US" altLang="zh-CN" sz="1200" dirty="0" smtClean="0"/>
              <a:t>-&gt;</a:t>
            </a:r>
            <a:r>
              <a:rPr lang="en-US" altLang="zh-CN" sz="1200" dirty="0" err="1" smtClean="0"/>
              <a:t>SetPort</a:t>
            </a:r>
            <a:r>
              <a:rPr lang="en-US" altLang="zh-CN" sz="1200" dirty="0" smtClean="0"/>
              <a:t>(port);</a:t>
            </a:r>
          </a:p>
          <a:p>
            <a:r>
              <a:rPr lang="en-US" altLang="zh-CN" sz="1200" dirty="0" smtClean="0"/>
              <a:t>//</a:t>
            </a:r>
            <a:r>
              <a:rPr lang="zh-CN" altLang="en-US" sz="1200" dirty="0" smtClean="0"/>
              <a:t>使用</a:t>
            </a:r>
            <a:r>
              <a:rPr lang="en-US" altLang="zh-CN" sz="1200" dirty="0" err="1" smtClean="0"/>
              <a:t>Fsocekt</a:t>
            </a:r>
            <a:r>
              <a:rPr lang="zh-CN" altLang="en-US" sz="1200" dirty="0" smtClean="0"/>
              <a:t>连接</a:t>
            </a:r>
            <a:endParaRPr lang="en-US" altLang="zh-CN" sz="1200" dirty="0" smtClean="0"/>
          </a:p>
          <a:p>
            <a:r>
              <a:rPr lang="en-US" altLang="zh-CN" sz="1200" dirty="0" err="1" smtClean="0"/>
              <a:t>Bool</a:t>
            </a:r>
            <a:r>
              <a:rPr lang="en-US" altLang="zh-CN" sz="1200" dirty="0" smtClean="0"/>
              <a:t> </a:t>
            </a:r>
            <a:r>
              <a:rPr lang="en-US" altLang="zh-CN" sz="1200" dirty="0" err="1" smtClean="0"/>
              <a:t>isucess</a:t>
            </a:r>
            <a:r>
              <a:rPr lang="en-US" altLang="zh-CN" sz="1200" dirty="0" smtClean="0"/>
              <a:t> = </a:t>
            </a:r>
            <a:r>
              <a:rPr lang="en-US" altLang="zh-CN" sz="1200" dirty="0" err="1" smtClean="0"/>
              <a:t>socketfd</a:t>
            </a:r>
            <a:r>
              <a:rPr lang="en-US" altLang="zh-CN" sz="1200" dirty="0" smtClean="0"/>
              <a:t> -&gt;Connect()(*</a:t>
            </a:r>
            <a:r>
              <a:rPr lang="en-US" altLang="zh-CN" sz="1200" dirty="0" err="1" smtClean="0"/>
              <a:t>addr</a:t>
            </a:r>
            <a:r>
              <a:rPr lang="en-US" altLang="zh-CN" sz="1200" dirty="0" smtClean="0"/>
              <a:t>);</a:t>
            </a:r>
            <a:endParaRPr lang="zh-CN" alt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922114"/>
          </a:xfrm>
        </p:spPr>
        <p:txBody>
          <a:bodyPr/>
          <a:lstStyle/>
          <a:p>
            <a:r>
              <a:rPr lang="en-US" altLang="zh-CN" dirty="0" smtClean="0"/>
              <a:t>4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Fsocket</a:t>
            </a:r>
            <a:r>
              <a:rPr lang="zh-CN" altLang="en-US" dirty="0" smtClean="0"/>
              <a:t>接收、发送数据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980728"/>
            <a:ext cx="8363272" cy="5688632"/>
          </a:xfrm>
        </p:spPr>
        <p:txBody>
          <a:bodyPr>
            <a:normAutofit/>
          </a:bodyPr>
          <a:lstStyle/>
          <a:p>
            <a:r>
              <a:rPr lang="zh-CN" altLang="en-US" sz="1600" dirty="0" smtClean="0"/>
              <a:t>在工作线程死循环里调用</a:t>
            </a:r>
            <a:endParaRPr lang="en-US" altLang="zh-CN" sz="1600" dirty="0" smtClean="0"/>
          </a:p>
          <a:p>
            <a:r>
              <a:rPr lang="en-US" altLang="zh-CN" sz="1600" dirty="0" smtClean="0"/>
              <a:t>1</a:t>
            </a:r>
            <a:r>
              <a:rPr lang="zh-CN" altLang="en-US" sz="1600" dirty="0" smtClean="0"/>
              <a:t>、在工作线程里面遍历判断有没有数据</a:t>
            </a:r>
            <a:endParaRPr lang="en-US" altLang="zh-CN" sz="1600" dirty="0" smtClean="0"/>
          </a:p>
          <a:p>
            <a:r>
              <a:rPr lang="en-US" altLang="zh-CN" sz="1600" dirty="0" err="1" smtClean="0"/>
              <a:t>socketfd</a:t>
            </a:r>
            <a:r>
              <a:rPr lang="en-US" altLang="zh-CN" sz="1600" dirty="0" smtClean="0"/>
              <a:t>-&gt;</a:t>
            </a:r>
            <a:r>
              <a:rPr lang="en-US" altLang="zh-CN" sz="1600" dirty="0" err="1" smtClean="0"/>
              <a:t>HasPendingData</a:t>
            </a:r>
            <a:r>
              <a:rPr lang="en-US" altLang="zh-CN" sz="1600" dirty="0" smtClean="0"/>
              <a:t>(size)</a:t>
            </a:r>
          </a:p>
          <a:p>
            <a:r>
              <a:rPr lang="en-US" altLang="zh-CN" sz="1600" dirty="0" smtClean="0"/>
              <a:t>//</a:t>
            </a:r>
            <a:r>
              <a:rPr lang="zh-CN" altLang="en-US" sz="1600" dirty="0" smtClean="0"/>
              <a:t>查询套接字以确定队列中是否有挂起的数据，如果套接字有数据，则为</a:t>
            </a:r>
            <a:r>
              <a:rPr lang="en-US" altLang="zh-CN" sz="1600" dirty="0" smtClean="0"/>
              <a:t>true</a:t>
            </a:r>
            <a:r>
              <a:rPr lang="zh-CN" altLang="en-US" sz="1600" dirty="0" smtClean="0"/>
              <a:t>，否则为</a:t>
            </a:r>
            <a:r>
              <a:rPr lang="en-US" altLang="zh-CN" sz="1600" dirty="0" smtClean="0"/>
              <a:t>false</a:t>
            </a:r>
          </a:p>
          <a:p>
            <a:r>
              <a:rPr lang="en-US" altLang="zh-CN" sz="1600" dirty="0" smtClean="0"/>
              <a:t>2</a:t>
            </a:r>
            <a:r>
              <a:rPr lang="zh-CN" altLang="en-US" sz="1600" dirty="0" smtClean="0"/>
              <a:t>、接收数据</a:t>
            </a:r>
            <a:endParaRPr lang="en-US" altLang="zh-CN" sz="1600" dirty="0" smtClean="0"/>
          </a:p>
          <a:p>
            <a:r>
              <a:rPr lang="en-US" altLang="zh-CN" sz="1600" dirty="0" smtClean="0"/>
              <a:t>int32 </a:t>
            </a:r>
            <a:r>
              <a:rPr lang="en-US" altLang="zh-CN" sz="1600" dirty="0" err="1" smtClean="0"/>
              <a:t>recvBytes</a:t>
            </a:r>
            <a:r>
              <a:rPr lang="en-US" altLang="zh-CN" sz="1600" dirty="0" smtClean="0"/>
              <a:t> = 0;</a:t>
            </a:r>
          </a:p>
          <a:p>
            <a:r>
              <a:rPr lang="en-US" altLang="zh-CN" sz="1600" dirty="0" err="1" smtClean="0"/>
              <a:t>bool</a:t>
            </a:r>
            <a:r>
              <a:rPr lang="en-US" altLang="zh-CN" sz="1600" dirty="0" smtClean="0"/>
              <a:t> </a:t>
            </a:r>
            <a:r>
              <a:rPr lang="en-US" altLang="zh-CN" sz="1600" dirty="0" err="1" smtClean="0"/>
              <a:t>isdata</a:t>
            </a:r>
            <a:r>
              <a:rPr lang="en-US" altLang="zh-CN" sz="1600" dirty="0" smtClean="0"/>
              <a:t> = </a:t>
            </a:r>
            <a:r>
              <a:rPr lang="en-US" altLang="zh-CN" sz="1600" dirty="0" err="1" smtClean="0"/>
              <a:t>socketfd</a:t>
            </a:r>
            <a:r>
              <a:rPr lang="en-US" altLang="zh-CN" sz="1600" dirty="0" smtClean="0"/>
              <a:t>-&gt;</a:t>
            </a:r>
            <a:r>
              <a:rPr lang="en-US" altLang="zh-CN" sz="1600" dirty="0" err="1" smtClean="0"/>
              <a:t>Recv</a:t>
            </a:r>
            <a:r>
              <a:rPr lang="en-US" altLang="zh-CN" sz="1600" dirty="0" smtClean="0"/>
              <a:t>(</a:t>
            </a:r>
            <a:r>
              <a:rPr lang="en-US" altLang="zh-CN" sz="1600" dirty="0" err="1" smtClean="0"/>
              <a:t>tempbuf</a:t>
            </a:r>
            <a:r>
              <a:rPr lang="en-US" altLang="zh-CN" sz="1600" dirty="0" smtClean="0"/>
              <a:t>, length, </a:t>
            </a:r>
            <a:r>
              <a:rPr lang="en-US" altLang="zh-CN" sz="1600" dirty="0" err="1" smtClean="0"/>
              <a:t>recvBytes</a:t>
            </a:r>
            <a:r>
              <a:rPr lang="en-US" altLang="zh-CN" sz="1600" dirty="0" smtClean="0"/>
              <a:t>);</a:t>
            </a:r>
          </a:p>
          <a:p>
            <a:r>
              <a:rPr lang="en-US" altLang="zh-CN" sz="1600" dirty="0" smtClean="0"/>
              <a:t>3</a:t>
            </a:r>
            <a:r>
              <a:rPr lang="zh-CN" altLang="en-US" sz="1600" dirty="0" smtClean="0"/>
              <a:t>、发送数据</a:t>
            </a:r>
            <a:endParaRPr lang="en-US" altLang="zh-CN" sz="1600" dirty="0" smtClean="0"/>
          </a:p>
          <a:p>
            <a:r>
              <a:rPr lang="zh-CN" altLang="en-US" sz="1600" dirty="0" smtClean="0"/>
              <a:t>主线程</a:t>
            </a:r>
            <a:r>
              <a:rPr lang="en-US" altLang="zh-CN" sz="1600" dirty="0" smtClean="0"/>
              <a:t>update</a:t>
            </a:r>
            <a:r>
              <a:rPr lang="zh-CN" altLang="en-US" sz="1600" dirty="0" smtClean="0"/>
              <a:t>里调用</a:t>
            </a:r>
            <a:endParaRPr lang="en-US" altLang="zh-CN" sz="1600" dirty="0" smtClean="0"/>
          </a:p>
          <a:p>
            <a:r>
              <a:rPr lang="en-US" altLang="zh-CN" sz="1600" dirty="0" smtClean="0"/>
              <a:t>int32 </a:t>
            </a:r>
            <a:r>
              <a:rPr lang="en-US" altLang="zh-CN" sz="1600" dirty="0" err="1" smtClean="0"/>
              <a:t>sendBytes</a:t>
            </a:r>
            <a:r>
              <a:rPr lang="en-US" altLang="zh-CN" sz="1600" dirty="0" smtClean="0"/>
              <a:t> = 0;</a:t>
            </a:r>
          </a:p>
          <a:p>
            <a:r>
              <a:rPr lang="en-US" altLang="zh-CN" sz="1600" dirty="0" err="1" smtClean="0"/>
              <a:t>bool</a:t>
            </a:r>
            <a:r>
              <a:rPr lang="en-US" altLang="zh-CN" sz="1600" dirty="0" smtClean="0"/>
              <a:t> </a:t>
            </a:r>
            <a:r>
              <a:rPr lang="en-US" altLang="zh-CN" sz="1600" dirty="0" err="1" smtClean="0"/>
              <a:t>issend</a:t>
            </a:r>
            <a:r>
              <a:rPr lang="en-US" altLang="zh-CN" sz="1600" dirty="0" smtClean="0"/>
              <a:t> = </a:t>
            </a:r>
            <a:r>
              <a:rPr lang="en-US" altLang="zh-CN" sz="1600" dirty="0" err="1" smtClean="0"/>
              <a:t>socketfd</a:t>
            </a:r>
            <a:r>
              <a:rPr lang="en-US" altLang="zh-CN" sz="1600" dirty="0" smtClean="0"/>
              <a:t>-&gt;Send(</a:t>
            </a:r>
            <a:r>
              <a:rPr lang="en-US" altLang="zh-CN" sz="1600" dirty="0" err="1" smtClean="0"/>
              <a:t>sendbuff,sendlen</a:t>
            </a:r>
            <a:r>
              <a:rPr lang="en-US" altLang="zh-CN" sz="1600" dirty="0" smtClean="0"/>
              <a:t>, </a:t>
            </a:r>
            <a:r>
              <a:rPr lang="en-US" altLang="zh-CN" sz="1600" dirty="0" err="1" smtClean="0"/>
              <a:t>sendBytes</a:t>
            </a:r>
            <a:r>
              <a:rPr lang="en-US" altLang="zh-CN" sz="1600" dirty="0" smtClean="0"/>
              <a:t>);</a:t>
            </a:r>
            <a:endParaRPr lang="zh-CN" altLang="en-US" sz="1600" dirty="0" smtClean="0"/>
          </a:p>
          <a:p>
            <a:endParaRPr lang="en-US" altLang="zh-CN" sz="1600" dirty="0" smtClean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5</a:t>
            </a:r>
            <a:r>
              <a:rPr lang="zh-CN" altLang="en-US" dirty="0" smtClean="0"/>
              <a:t>、解包封包处理</a:t>
            </a:r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6</a:t>
            </a:r>
            <a:r>
              <a:rPr lang="zh-CN" altLang="en-US" dirty="0" smtClean="0"/>
              <a:t>、</a:t>
            </a:r>
            <a:r>
              <a:rPr lang="en-US" altLang="zh-CN" dirty="0" smtClean="0"/>
              <a:t>App</a:t>
            </a:r>
            <a:r>
              <a:rPr lang="zh-CN" altLang="en-US" dirty="0" smtClean="0"/>
              <a:t>管理 托管</a:t>
            </a:r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7</a:t>
            </a:r>
            <a:r>
              <a:rPr lang="zh-CN" altLang="en-US" dirty="0" smtClean="0"/>
              <a:t>、蓝图交互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、定义玩家数据结构</a:t>
            </a:r>
            <a:endParaRPr lang="en-US" altLang="zh-CN" dirty="0" smtClean="0"/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、登录</a:t>
            </a:r>
            <a:endParaRPr lang="en-US" altLang="zh-CN" dirty="0" smtClean="0"/>
          </a:p>
          <a:p>
            <a:r>
              <a:rPr lang="en-US" altLang="zh-CN" dirty="0" smtClean="0"/>
              <a:t>3</a:t>
            </a:r>
            <a:r>
              <a:rPr lang="zh-CN" altLang="en-US" dirty="0" smtClean="0"/>
              <a:t>、移动 旋转交互</a:t>
            </a:r>
            <a:endParaRPr lang="en-US" altLang="zh-CN" dirty="0" smtClean="0"/>
          </a:p>
          <a:p>
            <a:r>
              <a:rPr lang="en-US" altLang="zh-CN" dirty="0" smtClean="0"/>
              <a:t>4</a:t>
            </a:r>
            <a:r>
              <a:rPr lang="zh-CN" altLang="en-US" dirty="0" smtClean="0"/>
              <a:t>、收到其他玩家移动数据</a:t>
            </a:r>
            <a:endParaRPr lang="en-US" altLang="zh-CN" dirty="0" smtClean="0"/>
          </a:p>
          <a:p>
            <a:r>
              <a:rPr lang="en-US" altLang="zh-CN" dirty="0" smtClean="0"/>
              <a:t>5</a:t>
            </a:r>
            <a:r>
              <a:rPr lang="zh-CN" altLang="en-US" dirty="0" smtClean="0"/>
              <a:t>、申请其他玩家数据 </a:t>
            </a:r>
            <a:endParaRPr lang="en-US" altLang="zh-CN" dirty="0" smtClean="0"/>
          </a:p>
          <a:p>
            <a:r>
              <a:rPr lang="en-US" altLang="zh-CN" dirty="0" smtClean="0"/>
              <a:t>6</a:t>
            </a:r>
            <a:r>
              <a:rPr lang="zh-CN" altLang="en-US" dirty="0" smtClean="0"/>
              <a:t>、接收其他玩家数据 </a:t>
            </a:r>
            <a:endParaRPr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504</TotalTime>
  <Words>522</Words>
  <Application>Microsoft Office PowerPoint</Application>
  <PresentationFormat>全屏显示(4:3)</PresentationFormat>
  <Paragraphs>89</Paragraphs>
  <Slides>9</Slides>
  <Notes>1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0" baseType="lpstr">
      <vt:lpstr>Office 主题</vt:lpstr>
      <vt:lpstr>UE4 底层通信框架  </vt:lpstr>
      <vt:lpstr>1、数据定义 </vt:lpstr>
      <vt:lpstr>2、UE4 线程 </vt:lpstr>
      <vt:lpstr>幻灯片 4</vt:lpstr>
      <vt:lpstr>3、Fsocket连接服务器</vt:lpstr>
      <vt:lpstr>4、Fsocket接收、发送数据</vt:lpstr>
      <vt:lpstr>5、解包封包处理</vt:lpstr>
      <vt:lpstr>6、App管理 托管</vt:lpstr>
      <vt:lpstr>7、蓝图交互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Ue4 底层通信框架  </dc:title>
  <cp:lastModifiedBy>admin</cp:lastModifiedBy>
  <cp:revision>140</cp:revision>
  <dcterms:modified xsi:type="dcterms:W3CDTF">2020-04-03T14:35:05Z</dcterms:modified>
</cp:coreProperties>
</file>