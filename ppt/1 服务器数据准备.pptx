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0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0"/>
            <a:ext cx="7772400" cy="1470025"/>
          </a:xfrm>
        </p:spPr>
        <p:txBody>
          <a:bodyPr/>
          <a:lstStyle/>
          <a:p>
            <a:r>
              <a:rPr lang="zh-CN" altLang="en-US" dirty="0" smtClean="0"/>
              <a:t>服务器数据准备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71538" y="1000108"/>
            <a:ext cx="7715304" cy="5715040"/>
          </a:xfrm>
        </p:spPr>
        <p:txBody>
          <a:bodyPr/>
          <a:lstStyle/>
          <a:p>
            <a:pPr algn="l"/>
            <a:r>
              <a:rPr lang="en-US" altLang="zh-CN" dirty="0" smtClean="0"/>
              <a:t>1</a:t>
            </a:r>
            <a:r>
              <a:rPr lang="zh-CN" altLang="en-US" dirty="0" smtClean="0"/>
              <a:t>、创建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工程文件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2</a:t>
            </a:r>
            <a:r>
              <a:rPr lang="zh-CN" altLang="en-US" dirty="0" smtClean="0"/>
              <a:t>、创建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工程文件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3</a:t>
            </a:r>
            <a:r>
              <a:rPr lang="zh-CN" altLang="en-US" dirty="0" smtClean="0"/>
              <a:t>、设置工程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4</a:t>
            </a:r>
            <a:r>
              <a:rPr lang="zh-CN" altLang="en-US" dirty="0" smtClean="0"/>
              <a:t>、基础数据定义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5</a:t>
            </a:r>
            <a:r>
              <a:rPr lang="zh-CN" altLang="en-US" dirty="0" smtClean="0"/>
              <a:t>、连接数据定义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加载</a:t>
            </a:r>
            <a:r>
              <a:rPr lang="en-US" altLang="zh-CN" dirty="0" smtClean="0"/>
              <a:t>xml</a:t>
            </a:r>
          </a:p>
          <a:p>
            <a:pPr algn="l"/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加载</a:t>
            </a:r>
            <a:r>
              <a:rPr lang="en-US" altLang="zh-CN" dirty="0" smtClean="0"/>
              <a:t>xml</a:t>
            </a:r>
          </a:p>
          <a:p>
            <a:pPr algn="l"/>
            <a:r>
              <a:rPr lang="en-US" altLang="zh-CN" dirty="0" smtClean="0"/>
              <a:t>8</a:t>
            </a:r>
            <a:r>
              <a:rPr lang="zh-CN" altLang="en-US" dirty="0" smtClean="0"/>
              <a:t>、自定义</a:t>
            </a:r>
            <a:r>
              <a:rPr lang="en-US" altLang="zh-CN" dirty="0" err="1" smtClean="0"/>
              <a:t>HashArray</a:t>
            </a:r>
            <a:r>
              <a:rPr lang="zh-CN" altLang="en-US" dirty="0" smtClean="0"/>
              <a:t>容器模板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zh-CN" altLang="en-US" dirty="0" smtClean="0"/>
              <a:t>基础数据定义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928670"/>
            <a:ext cx="8786874" cy="5197493"/>
          </a:xfrm>
        </p:spPr>
        <p:txBody>
          <a:bodyPr>
            <a:normAutofit/>
          </a:bodyPr>
          <a:lstStyle/>
          <a:p>
            <a:r>
              <a:rPr lang="en-US" altLang="zh-CN" sz="1800" dirty="0" smtClean="0"/>
              <a:t>1</a:t>
            </a:r>
            <a:r>
              <a:rPr lang="zh-CN" altLang="en-US" sz="1800" dirty="0" smtClean="0"/>
              <a:t>、引用</a:t>
            </a:r>
            <a:r>
              <a:rPr lang="en-US" altLang="zh-CN" sz="1800" dirty="0" err="1" smtClean="0"/>
              <a:t>winsock</a:t>
            </a:r>
            <a:r>
              <a:rPr lang="en-US" altLang="zh-CN" sz="1800" dirty="0" smtClean="0"/>
              <a:t> </a:t>
            </a:r>
            <a:r>
              <a:rPr lang="zh-CN" altLang="en-US" sz="1800" dirty="0" smtClean="0"/>
              <a:t>加载库</a:t>
            </a:r>
            <a:endParaRPr lang="en-US" altLang="zh-CN" sz="1800" dirty="0" smtClean="0"/>
          </a:p>
          <a:p>
            <a:r>
              <a:rPr lang="en-US" altLang="zh-CN" sz="1800" dirty="0" smtClean="0"/>
              <a:t>#</a:t>
            </a:r>
            <a:r>
              <a:rPr lang="en-US" altLang="zh-CN" sz="1800" dirty="0" smtClean="0"/>
              <a:t>include &lt;winsock2.h&gt;</a:t>
            </a:r>
          </a:p>
          <a:p>
            <a:r>
              <a:rPr lang="en-US" altLang="zh-CN" sz="1800" dirty="0" smtClean="0"/>
              <a:t>#</a:t>
            </a:r>
            <a:r>
              <a:rPr lang="en-US" altLang="zh-CN" sz="1800" dirty="0" err="1" smtClean="0"/>
              <a:t>pragma</a:t>
            </a:r>
            <a:r>
              <a:rPr lang="en-US" altLang="zh-CN" sz="1800" dirty="0" smtClean="0"/>
              <a:t> comment(lib,"ws2_32") </a:t>
            </a:r>
            <a:endParaRPr lang="en-US" altLang="zh-CN" sz="1800" dirty="0" smtClean="0"/>
          </a:p>
          <a:p>
            <a:r>
              <a:rPr lang="en-US" altLang="zh-CN" sz="1800" dirty="0" smtClean="0"/>
              <a:t>2</a:t>
            </a:r>
            <a:r>
              <a:rPr lang="zh-CN" altLang="en-US" sz="1800" dirty="0" smtClean="0"/>
              <a:t>、定义一些宏数据</a:t>
            </a:r>
            <a:endParaRPr lang="en-US" altLang="zh-CN" sz="1800" dirty="0" smtClean="0"/>
          </a:p>
          <a:p>
            <a:r>
              <a:rPr lang="en-US" altLang="zh-CN" sz="1800" dirty="0" smtClean="0"/>
              <a:t>3</a:t>
            </a:r>
            <a:r>
              <a:rPr lang="zh-CN" altLang="en-US" sz="1800" dirty="0" smtClean="0"/>
              <a:t>、定义释放指针 </a:t>
            </a:r>
            <a:r>
              <a:rPr lang="en-US" altLang="zh-CN" sz="1800" dirty="0" smtClean="0"/>
              <a:t>handle socket</a:t>
            </a:r>
            <a:r>
              <a:rPr lang="zh-CN" altLang="en-US" sz="1800" dirty="0" smtClean="0"/>
              <a:t>的宏</a:t>
            </a:r>
            <a:endParaRPr lang="en-US" altLang="zh-CN" sz="1800" dirty="0" smtClean="0"/>
          </a:p>
          <a:p>
            <a:r>
              <a:rPr lang="en-US" altLang="zh-CN" sz="1800" dirty="0" smtClean="0"/>
              <a:t>#define RELEASE_POINTER(p</a:t>
            </a:r>
            <a:r>
              <a:rPr lang="en-US" altLang="zh-CN" sz="1800" dirty="0" smtClean="0"/>
              <a:t>)   {</a:t>
            </a:r>
            <a:r>
              <a:rPr lang="en-US" altLang="zh-CN" sz="1800" dirty="0" smtClean="0"/>
              <a:t>if(p != NULL) {delete p; p = NULL;}}</a:t>
            </a:r>
          </a:p>
          <a:p>
            <a:r>
              <a:rPr lang="en-US" altLang="zh-CN" sz="1800" dirty="0" smtClean="0"/>
              <a:t>#define RELEASE_HANDLE(h</a:t>
            </a:r>
            <a:r>
              <a:rPr lang="en-US" altLang="zh-CN" sz="1800" dirty="0" smtClean="0"/>
              <a:t>)    {</a:t>
            </a:r>
            <a:r>
              <a:rPr lang="en-US" altLang="zh-CN" sz="1800" dirty="0" smtClean="0"/>
              <a:t>if(h != NULL &amp;&amp; h != INVALID_HANDLE_VALUE) { </a:t>
            </a:r>
            <a:r>
              <a:rPr lang="en-US" altLang="zh-CN" sz="1800" dirty="0" err="1" smtClean="0"/>
              <a:t>CloseHandle</a:t>
            </a:r>
            <a:r>
              <a:rPr lang="en-US" altLang="zh-CN" sz="1800" dirty="0" smtClean="0"/>
              <a:t>(h); h = INVALID_HANDLE_VALUE; }}</a:t>
            </a:r>
          </a:p>
          <a:p>
            <a:r>
              <a:rPr lang="en-US" altLang="zh-CN" sz="1800" dirty="0" smtClean="0"/>
              <a:t>#define RELEASE_SOCKET(s</a:t>
            </a:r>
            <a:r>
              <a:rPr lang="en-US" altLang="zh-CN" sz="1800" dirty="0" smtClean="0"/>
              <a:t>)     {</a:t>
            </a:r>
            <a:r>
              <a:rPr lang="en-US" altLang="zh-CN" sz="1800" dirty="0" smtClean="0"/>
              <a:t>if(s != INVALID_SOCKET) { </a:t>
            </a:r>
            <a:r>
              <a:rPr lang="en-US" altLang="zh-CN" sz="1800" dirty="0" err="1" smtClean="0"/>
              <a:t>closesocket</a:t>
            </a:r>
            <a:r>
              <a:rPr lang="en-US" altLang="zh-CN" sz="1800" dirty="0" smtClean="0"/>
              <a:t>(s); s = INVALID_SOCKET; </a:t>
            </a:r>
            <a:r>
              <a:rPr lang="en-US" altLang="zh-CN" sz="1800" dirty="0" smtClean="0"/>
              <a:t>}}</a:t>
            </a:r>
          </a:p>
          <a:p>
            <a:r>
              <a:rPr lang="en-US" altLang="zh-CN" sz="1800" dirty="0" smtClean="0"/>
              <a:t>4</a:t>
            </a:r>
            <a:r>
              <a:rPr lang="zh-CN" altLang="en-US" sz="1800" dirty="0" smtClean="0"/>
              <a:t>、定义更简洁的数据类型</a:t>
            </a:r>
            <a:endParaRPr lang="en-US" altLang="zh-CN" sz="1800" dirty="0" smtClean="0"/>
          </a:p>
          <a:p>
            <a:r>
              <a:rPr lang="en-US" altLang="zh-CN" sz="1800" dirty="0" smtClean="0"/>
              <a:t>5</a:t>
            </a:r>
            <a:r>
              <a:rPr lang="zh-CN" altLang="en-US" sz="1800" dirty="0" smtClean="0"/>
              <a:t>、定义枚举类型</a:t>
            </a:r>
            <a:r>
              <a:rPr lang="en-US" altLang="zh-CN" sz="1800" dirty="0" smtClean="0"/>
              <a:t>socket</a:t>
            </a:r>
            <a:r>
              <a:rPr lang="zh-CN" altLang="en-US" sz="1800" dirty="0" smtClean="0"/>
              <a:t>状态 </a:t>
            </a:r>
            <a:endParaRPr lang="en-US" altLang="zh-CN" sz="1800" dirty="0" smtClean="0"/>
          </a:p>
          <a:p>
            <a:r>
              <a:rPr lang="en-US" altLang="zh-CN" sz="1800" dirty="0" smtClean="0"/>
              <a:t>6</a:t>
            </a:r>
            <a:r>
              <a:rPr lang="zh-CN" altLang="en-US" sz="1800" dirty="0" smtClean="0"/>
              <a:t>、定义</a:t>
            </a:r>
            <a:r>
              <a:rPr lang="en-US" altLang="zh-CN" sz="1800" dirty="0" smtClean="0"/>
              <a:t>xml</a:t>
            </a:r>
            <a:r>
              <a:rPr lang="zh-CN" altLang="en-US" sz="1800" dirty="0" smtClean="0"/>
              <a:t>数据结构 主要用于方便配置以后的服务器数据处理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连接数据定义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sz="1800" dirty="0" smtClean="0"/>
              <a:t>1</a:t>
            </a:r>
            <a:r>
              <a:rPr lang="zh-CN" altLang="en-US" sz="1800" dirty="0" smtClean="0"/>
              <a:t>、预处理指令</a:t>
            </a:r>
            <a:r>
              <a:rPr lang="en-US" altLang="zh-CN" sz="1800" dirty="0" smtClean="0"/>
              <a:t>#</a:t>
            </a:r>
            <a:r>
              <a:rPr lang="en-US" altLang="zh-CN" sz="1800" dirty="0" err="1" smtClean="0"/>
              <a:t>pragma</a:t>
            </a:r>
            <a:r>
              <a:rPr lang="en-US" altLang="zh-CN" sz="1800" dirty="0" smtClean="0"/>
              <a:t> </a:t>
            </a:r>
            <a:endParaRPr lang="en-US" altLang="zh-CN" sz="1800" dirty="0" smtClean="0"/>
          </a:p>
          <a:p>
            <a:r>
              <a:rPr lang="en-US" altLang="zh-CN" sz="1800" dirty="0" err="1" smtClean="0"/>
              <a:t>s</a:t>
            </a:r>
            <a:r>
              <a:rPr lang="en-US" altLang="zh-CN" sz="1800" dirty="0" err="1" smtClean="0"/>
              <a:t>truct</a:t>
            </a:r>
            <a:r>
              <a:rPr lang="en-US" altLang="zh-CN" sz="1800" dirty="0" smtClean="0"/>
              <a:t> xx</a:t>
            </a:r>
          </a:p>
          <a:p>
            <a:r>
              <a:rPr lang="en-US" altLang="zh-CN" sz="1800" dirty="0" smtClean="0"/>
              <a:t>{</a:t>
            </a:r>
          </a:p>
          <a:p>
            <a:r>
              <a:rPr lang="en-US" altLang="zh-CN" sz="1800" dirty="0" smtClean="0"/>
              <a:t> </a:t>
            </a:r>
            <a:r>
              <a:rPr lang="en-US" altLang="zh-CN" sz="1800" dirty="0" smtClean="0"/>
              <a:t>    int64 a;</a:t>
            </a:r>
          </a:p>
          <a:p>
            <a:r>
              <a:rPr lang="en-US" altLang="zh-CN" sz="1800" dirty="0" smtClean="0"/>
              <a:t> </a:t>
            </a:r>
            <a:r>
              <a:rPr lang="en-US" altLang="zh-CN" sz="1800" dirty="0" smtClean="0"/>
              <a:t>    char b;</a:t>
            </a:r>
            <a:br>
              <a:rPr lang="en-US" altLang="zh-CN" sz="1800" dirty="0" smtClean="0"/>
            </a:br>
            <a:r>
              <a:rPr lang="en-US" altLang="zh-CN" sz="1800" dirty="0" smtClean="0"/>
              <a:t>}</a:t>
            </a:r>
          </a:p>
          <a:p>
            <a:r>
              <a:rPr lang="en-US" altLang="zh-CN" sz="1800" dirty="0" smtClean="0"/>
              <a:t>#</a:t>
            </a:r>
            <a:r>
              <a:rPr lang="en-US" altLang="zh-CN" sz="1800" dirty="0" err="1" smtClean="0"/>
              <a:t>pragma</a:t>
            </a:r>
            <a:r>
              <a:rPr lang="en-US" altLang="zh-CN" sz="1800" dirty="0" smtClean="0"/>
              <a:t> pack(</a:t>
            </a:r>
            <a:r>
              <a:rPr lang="en-US" altLang="zh-CN" sz="1800" dirty="0" err="1" smtClean="0"/>
              <a:t>push,packing</a:t>
            </a:r>
            <a:r>
              <a:rPr lang="en-US" altLang="zh-CN" sz="1800" dirty="0" smtClean="0"/>
              <a:t>)</a:t>
            </a:r>
          </a:p>
          <a:p>
            <a:r>
              <a:rPr lang="en-US" altLang="zh-CN" sz="1800" dirty="0" smtClean="0"/>
              <a:t>#</a:t>
            </a:r>
            <a:r>
              <a:rPr lang="en-US" altLang="zh-CN" sz="1800" dirty="0" err="1" smtClean="0"/>
              <a:t>pragma</a:t>
            </a:r>
            <a:r>
              <a:rPr lang="en-US" altLang="zh-CN" sz="1800" dirty="0" smtClean="0"/>
              <a:t> pack(1)</a:t>
            </a:r>
          </a:p>
          <a:p>
            <a:r>
              <a:rPr lang="en-US" altLang="zh-CN" sz="1800" dirty="0" smtClean="0"/>
              <a:t>#</a:t>
            </a:r>
            <a:r>
              <a:rPr lang="en-US" altLang="zh-CN" sz="1800" dirty="0" err="1" smtClean="0"/>
              <a:t>pragma</a:t>
            </a:r>
            <a:r>
              <a:rPr lang="en-US" altLang="zh-CN" sz="1800" dirty="0" smtClean="0"/>
              <a:t> pack(pop, packing</a:t>
            </a:r>
            <a:r>
              <a:rPr lang="en-US" altLang="zh-CN" sz="1800" dirty="0" smtClean="0"/>
              <a:t>)</a:t>
            </a:r>
          </a:p>
          <a:p>
            <a:endParaRPr lang="en-US" altLang="zh-CN" sz="1800" dirty="0" smtClean="0"/>
          </a:p>
          <a:p>
            <a:r>
              <a:rPr lang="en-US" altLang="zh-CN" sz="1800" dirty="0" smtClean="0"/>
              <a:t>2</a:t>
            </a:r>
            <a:r>
              <a:rPr lang="zh-CN" altLang="en-US" sz="1800" dirty="0" smtClean="0"/>
              <a:t>、定义连接数据结构体索引</a:t>
            </a:r>
            <a:endParaRPr lang="en-US" altLang="zh-CN" sz="1800" dirty="0" smtClean="0"/>
          </a:p>
          <a:p>
            <a:r>
              <a:rPr lang="en-US" altLang="zh-CN" sz="1800" dirty="0" err="1" smtClean="0"/>
              <a:t>struct</a:t>
            </a:r>
            <a:r>
              <a:rPr lang="en-US" altLang="zh-CN" sz="1800" dirty="0" smtClean="0"/>
              <a:t> </a:t>
            </a:r>
            <a:r>
              <a:rPr lang="en-US" altLang="zh-CN" sz="1800" dirty="0" smtClean="0"/>
              <a:t>S_CLIENT_BASE_INDEX</a:t>
            </a:r>
          </a:p>
          <a:p>
            <a:r>
              <a:rPr lang="en-US" altLang="zh-CN" sz="1800" dirty="0" smtClean="0"/>
              <a:t>3</a:t>
            </a:r>
            <a:r>
              <a:rPr lang="zh-CN" altLang="en-US" sz="1800" dirty="0" smtClean="0"/>
              <a:t>、定义连接数据结构体</a:t>
            </a:r>
            <a:endParaRPr lang="en-US" altLang="zh-CN" sz="1800" dirty="0" smtClean="0"/>
          </a:p>
          <a:p>
            <a:r>
              <a:rPr lang="en-US" altLang="zh-CN" sz="1800" dirty="0" err="1" smtClean="0"/>
              <a:t>struct</a:t>
            </a:r>
            <a:r>
              <a:rPr lang="en-US" altLang="zh-CN" sz="1800" dirty="0" smtClean="0"/>
              <a:t> </a:t>
            </a:r>
            <a:r>
              <a:rPr lang="en-US" altLang="zh-CN" sz="1800" dirty="0" smtClean="0"/>
              <a:t>S_CLIENT_BASE</a:t>
            </a:r>
          </a:p>
          <a:p>
            <a:r>
              <a:rPr lang="en-US" altLang="zh-CN" sz="1800" dirty="0" smtClean="0"/>
              <a:t>4</a:t>
            </a:r>
            <a:r>
              <a:rPr lang="zh-CN" altLang="en-US" sz="1800" dirty="0" smtClean="0"/>
              <a:t>、定义纯虚类 </a:t>
            </a:r>
            <a:endParaRPr lang="en-US" altLang="zh-CN" sz="1800" dirty="0" smtClean="0"/>
          </a:p>
          <a:p>
            <a:r>
              <a:rPr lang="en-US" altLang="zh-CN" sz="1800" dirty="0" smtClean="0"/>
              <a:t>class </a:t>
            </a:r>
            <a:r>
              <a:rPr lang="en-US" altLang="zh-CN" sz="1800" dirty="0" err="1" smtClean="0"/>
              <a:t>ITcpServer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Windows</a:t>
            </a:r>
            <a:r>
              <a:rPr lang="zh-CN" altLang="en-US" dirty="0" smtClean="0"/>
              <a:t>下加载</a:t>
            </a:r>
            <a:r>
              <a:rPr lang="en-US" altLang="zh-CN" dirty="0" smtClean="0"/>
              <a:t>XML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、初始化路径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、加载</a:t>
            </a:r>
            <a:r>
              <a:rPr lang="en-US" altLang="zh-CN" smtClean="0"/>
              <a:t>XML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下加载</a:t>
            </a:r>
            <a:r>
              <a:rPr lang="en-US" altLang="zh-CN" dirty="0" smtClean="0"/>
              <a:t>XML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198</Words>
  <PresentationFormat>全屏显示(4:3)</PresentationFormat>
  <Paragraphs>41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服务器数据准备 </vt:lpstr>
      <vt:lpstr>基础数据定义</vt:lpstr>
      <vt:lpstr>连接数据定义 </vt:lpstr>
      <vt:lpstr>Windows下加载XML </vt:lpstr>
      <vt:lpstr>Linux下加载XML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服务器数据准备 </dc:title>
  <dc:creator>admin</dc:creator>
  <cp:lastModifiedBy>admin</cp:lastModifiedBy>
  <cp:revision>21</cp:revision>
  <dcterms:created xsi:type="dcterms:W3CDTF">2020-04-08T13:25:41Z</dcterms:created>
  <dcterms:modified xsi:type="dcterms:W3CDTF">2020-04-08T15:15:49Z</dcterms:modified>
</cp:coreProperties>
</file>