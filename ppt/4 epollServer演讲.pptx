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66" r:id="rId5"/>
    <p:sldId id="263" r:id="rId6"/>
    <p:sldId id="259" r:id="rId7"/>
    <p:sldId id="265" r:id="rId8"/>
    <p:sldId id="260" r:id="rId9"/>
    <p:sldId id="261" r:id="rId10"/>
    <p:sldId id="262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189" autoAdjust="0"/>
    <p:restoredTop sz="94635" autoAdjust="0"/>
  </p:normalViewPr>
  <p:slideViewPr>
    <p:cSldViewPr>
      <p:cViewPr varScale="1">
        <p:scale>
          <a:sx n="112" d="100"/>
          <a:sy n="112" d="100"/>
        </p:scale>
        <p:origin x="-154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AB137-E24E-4EA9-9742-44D8A2F42C38}" type="datetimeFigureOut">
              <a:rPr lang="zh-CN" altLang="en-US" smtClean="0"/>
              <a:pPr/>
              <a:t>2020/3/8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C4AE5-582F-4415-BE09-677D1AC7C9E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aaaa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C4AE5-582F-4415-BE09-677D1AC7C9E3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2020/3/8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2020/3/8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2020/3/8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9592" y="1052737"/>
            <a:ext cx="7700392" cy="936104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服务器 </a:t>
            </a:r>
            <a:r>
              <a:rPr lang="en-US" altLang="zh-CN" dirty="0" err="1" smtClean="0"/>
              <a:t>epollServer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1640" y="2132856"/>
            <a:ext cx="6840760" cy="3888432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IDE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vs2019 C/C++</a:t>
            </a:r>
            <a:r>
              <a:rPr lang="zh-CN" altLang="en-US" dirty="0" smtClean="0"/>
              <a:t>语言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2</a:t>
            </a:r>
            <a:r>
              <a:rPr lang="zh-CN" altLang="en-US" dirty="0" smtClean="0"/>
              <a:t>、测试环境</a:t>
            </a:r>
            <a:r>
              <a:rPr lang="en-US" altLang="zh-CN" dirty="0" err="1" smtClean="0"/>
              <a:t>VMWarestation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Ubuntu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3</a:t>
            </a:r>
            <a:r>
              <a:rPr lang="zh-CN" altLang="en-US" dirty="0" smtClean="0"/>
              <a:t>、多线程 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tcp/ip</a:t>
            </a:r>
            <a:r>
              <a:rPr lang="zh-CN" altLang="en-US" dirty="0" smtClean="0"/>
              <a:t> 协议</a:t>
            </a:r>
            <a:r>
              <a:rPr lang="en-US" altLang="zh-CN" dirty="0" smtClean="0"/>
              <a:t>- socket</a:t>
            </a:r>
            <a:r>
              <a:rPr lang="zh-CN" altLang="en-US" dirty="0" smtClean="0"/>
              <a:t>长连接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5</a:t>
            </a:r>
            <a:r>
              <a:rPr lang="zh-CN" altLang="en-US" dirty="0" smtClean="0"/>
              <a:t>、接下来的课程全手动写代码，不提供源码</a:t>
            </a:r>
            <a:r>
              <a:rPr lang="en-US" altLang="zh-CN" dirty="0" smtClean="0"/>
              <a:t>,</a:t>
            </a:r>
            <a:r>
              <a:rPr lang="zh-CN" altLang="en-US" dirty="0" smtClean="0"/>
              <a:t>目的强迫大家跟着一起写，了解原理。不能偷懒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714356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zh-CN" dirty="0" err="1" smtClean="0"/>
              <a:t>Epoll</a:t>
            </a:r>
            <a:r>
              <a:rPr lang="en-US" altLang="zh-CN" dirty="0" smtClean="0"/>
              <a:t> </a:t>
            </a:r>
            <a:r>
              <a:rPr lang="zh-CN" altLang="en-US" dirty="0" smtClean="0"/>
              <a:t>工作原理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57158" y="2143116"/>
            <a:ext cx="8463884" cy="2714644"/>
          </a:xfrm>
        </p:spPr>
        <p:txBody>
          <a:bodyPr vert="horz" anchor="t">
            <a:normAutofit lnSpcReduction="10000"/>
          </a:bodyPr>
          <a:lstStyle/>
          <a:p>
            <a:r>
              <a:rPr lang="en-US" altLang="zh-CN" sz="2000" dirty="0" err="1" smtClean="0"/>
              <a:t>epoll</a:t>
            </a:r>
            <a:endParaRPr lang="en-US" altLang="zh-CN" sz="2000" dirty="0" smtClean="0"/>
          </a:p>
          <a:p>
            <a:r>
              <a:rPr lang="en-US" altLang="zh-CN" sz="2000" dirty="0" err="1" smtClean="0"/>
              <a:t>epoll</a:t>
            </a:r>
            <a:r>
              <a:rPr lang="zh-CN" altLang="en-US" sz="2000" dirty="0" smtClean="0"/>
              <a:t>是一种</a:t>
            </a:r>
            <a:r>
              <a:rPr lang="en-US" altLang="zh-CN" sz="2000" dirty="0" smtClean="0"/>
              <a:t>I/O</a:t>
            </a:r>
            <a:r>
              <a:rPr lang="zh-CN" altLang="en-US" sz="2000" dirty="0" smtClean="0"/>
              <a:t>事件通知机制，是</a:t>
            </a:r>
            <a:r>
              <a:rPr lang="en-US" altLang="zh-CN" sz="2000" dirty="0" err="1" smtClean="0"/>
              <a:t>linux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内核实现</a:t>
            </a:r>
            <a:r>
              <a:rPr lang="en-US" altLang="zh-CN" sz="2000" dirty="0" smtClean="0"/>
              <a:t>IO</a:t>
            </a:r>
            <a:r>
              <a:rPr lang="zh-CN" altLang="en-US" sz="2000" dirty="0" smtClean="0"/>
              <a:t>多路复用的一个实现。</a:t>
            </a:r>
            <a:r>
              <a:rPr lang="en-US" altLang="zh-CN" sz="2000" dirty="0" smtClean="0"/>
              <a:t>IO</a:t>
            </a:r>
            <a:r>
              <a:rPr lang="zh-CN" altLang="en-US" sz="2000" dirty="0" smtClean="0"/>
              <a:t>多路复用是指在一个操作里同时监听多个输入输出源，在其中一个或多个输入输出源可用的时候返回，然后对其进行读写操作</a:t>
            </a:r>
            <a:endParaRPr lang="en-US" altLang="zh-CN" sz="2000" dirty="0" smtClean="0"/>
          </a:p>
          <a:p>
            <a:r>
              <a:rPr lang="en-US" altLang="zh-CN" sz="2000" dirty="0" err="1" smtClean="0"/>
              <a:t>epoll</a:t>
            </a:r>
            <a:r>
              <a:rPr lang="zh-CN" altLang="en-US" sz="2000" dirty="0" smtClean="0"/>
              <a:t>的核心是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个</a:t>
            </a:r>
            <a:r>
              <a:rPr lang="en-US" altLang="zh-CN" sz="2000" dirty="0" smtClean="0"/>
              <a:t>API</a:t>
            </a:r>
            <a:r>
              <a:rPr lang="zh-CN" altLang="en-US" sz="2000" dirty="0" smtClean="0"/>
              <a:t>，核心数据结构是：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个红黑树和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个链表</a:t>
            </a:r>
            <a:endParaRPr lang="en-US" altLang="zh-CN" sz="2000" dirty="0" smtClean="0"/>
          </a:p>
          <a:p>
            <a:r>
              <a:rPr lang="en-US" altLang="zh-CN" sz="2000" dirty="0" err="1" smtClean="0"/>
              <a:t>epoll_create</a:t>
            </a:r>
            <a:r>
              <a:rPr lang="en-US" altLang="zh-CN" sz="2000" dirty="0" smtClean="0"/>
              <a:t>  </a:t>
            </a:r>
            <a:r>
              <a:rPr lang="zh-CN" altLang="en-US" sz="2000" dirty="0" smtClean="0"/>
              <a:t>创建</a:t>
            </a:r>
            <a:r>
              <a:rPr lang="en-US" altLang="zh-CN" sz="2000" dirty="0" err="1" smtClean="0"/>
              <a:t>epollevent</a:t>
            </a:r>
            <a:r>
              <a:rPr lang="zh-CN" altLang="en-US" sz="2000" dirty="0" smtClean="0"/>
              <a:t>对象 红黑树 双向链表 队列</a:t>
            </a:r>
            <a:endParaRPr lang="en-US" altLang="zh-CN" sz="2000" dirty="0" smtClean="0"/>
          </a:p>
          <a:p>
            <a:r>
              <a:rPr lang="en-US" altLang="zh-CN" sz="2000" dirty="0" err="1" smtClean="0"/>
              <a:t>epoll_ctl</a:t>
            </a:r>
            <a:r>
              <a:rPr lang="en-US" altLang="zh-CN" sz="2000" dirty="0" smtClean="0"/>
              <a:t>         </a:t>
            </a:r>
            <a:r>
              <a:rPr lang="zh-CN" altLang="en-US" sz="2000" dirty="0" smtClean="0"/>
              <a:t>注册事件 把感兴趣的事件添加到红黑树里面</a:t>
            </a:r>
            <a:endParaRPr lang="en-US" altLang="zh-CN" sz="2000" dirty="0" smtClean="0"/>
          </a:p>
          <a:p>
            <a:r>
              <a:rPr lang="en-US" altLang="zh-CN" sz="2000" dirty="0" err="1" smtClean="0"/>
              <a:t>epoll_wait</a:t>
            </a:r>
            <a:r>
              <a:rPr lang="en-US" altLang="zh-CN" sz="2000" dirty="0" smtClean="0"/>
              <a:t>     </a:t>
            </a:r>
            <a:r>
              <a:rPr lang="zh-CN" altLang="en-US" sz="2000" dirty="0" smtClean="0"/>
              <a:t>获得可用事件的通知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20" y="0"/>
            <a:ext cx="8401080" cy="2357430"/>
          </a:xfrm>
        </p:spPr>
        <p:txBody>
          <a:bodyPr anchor="t">
            <a:normAutofit fontScale="90000"/>
          </a:bodyPr>
          <a:lstStyle/>
          <a:p>
            <a:pPr algn="l"/>
            <a:r>
              <a:rPr lang="zh-CN" altLang="en-US" sz="2000" b="1" dirty="0" smtClean="0"/>
              <a:t>工作队列 </a:t>
            </a:r>
            <a:r>
              <a:rPr lang="en-US" altLang="zh-CN" sz="800" dirty="0" smtClean="0"/>
              <a:t/>
            </a:r>
            <a:br>
              <a:rPr lang="en-US" altLang="zh-CN" sz="800" dirty="0" smtClean="0"/>
            </a:br>
            <a:r>
              <a:rPr lang="zh-CN" altLang="en-US" sz="1300" dirty="0" smtClean="0"/>
              <a:t>操作系统为了支持多任务，实现了进程调度的功能，会把进程分为“运行”和“等待”等几种状态。运行状态是进程获得</a:t>
            </a:r>
            <a:r>
              <a:rPr lang="en-US" altLang="zh-CN" sz="1300" dirty="0" err="1" smtClean="0"/>
              <a:t>cpu</a:t>
            </a:r>
            <a:r>
              <a:rPr lang="zh-CN" altLang="en-US" sz="1300" dirty="0" smtClean="0"/>
              <a:t>使用权；等待状态是阻塞状态 操作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zh-CN" altLang="en-US" sz="2200" b="1" dirty="0" smtClean="0"/>
              <a:t>等待列表</a:t>
            </a:r>
            <a:r>
              <a:rPr lang="en-US" altLang="zh-CN" sz="2200" b="1" dirty="0" smtClean="0"/>
              <a:t/>
            </a:r>
            <a:br>
              <a:rPr lang="en-US" altLang="zh-CN" sz="2200" b="1" dirty="0" smtClean="0"/>
            </a:br>
            <a:r>
              <a:rPr lang="en-US" altLang="zh-CN" sz="1300" dirty="0" smtClean="0"/>
              <a:t>socket</a:t>
            </a:r>
            <a:r>
              <a:rPr lang="zh-CN" altLang="en-US" sz="1300" dirty="0" smtClean="0"/>
              <a:t>对象包含发送缓冲区、接收缓冲区、等待队列等成员。等待队列指向所有需要等待该</a:t>
            </a:r>
            <a:r>
              <a:rPr lang="en-US" altLang="zh-CN" sz="1300" dirty="0" smtClean="0"/>
              <a:t>socket</a:t>
            </a:r>
            <a:r>
              <a:rPr lang="zh-CN" altLang="en-US" sz="1300" dirty="0" smtClean="0"/>
              <a:t>事件的进程</a:t>
            </a:r>
            <a:r>
              <a:rPr lang="zh-CN" altLang="en-US" sz="1300" dirty="0" smtClean="0"/>
              <a:t>。</a:t>
            </a:r>
            <a:r>
              <a:rPr lang="en-US" altLang="zh-CN" sz="1300" dirty="0" smtClean="0"/>
              <a:t/>
            </a:r>
            <a:br>
              <a:rPr lang="en-US" altLang="zh-CN" sz="1300" dirty="0" smtClean="0"/>
            </a:br>
            <a:r>
              <a:rPr lang="en-US" altLang="zh-CN" sz="1300" dirty="0" err="1" smtClean="0"/>
              <a:t>r</a:t>
            </a:r>
            <a:r>
              <a:rPr lang="en-US" altLang="zh-CN" sz="1300" dirty="0" err="1" smtClean="0"/>
              <a:t>ecv</a:t>
            </a:r>
            <a:r>
              <a:rPr lang="en-US" altLang="zh-CN" sz="1300" dirty="0" smtClean="0"/>
              <a:t> </a:t>
            </a:r>
            <a:r>
              <a:rPr lang="zh-CN" altLang="en-US" sz="1300" dirty="0" smtClean="0"/>
              <a:t>阻塞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endParaRPr lang="zh-CN" altLang="en-US" sz="2000" dirty="0"/>
          </a:p>
        </p:txBody>
      </p:sp>
      <p:pic>
        <p:nvPicPr>
          <p:cNvPr id="5" name="内容占位符 4" descr="2222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5786" y="1571612"/>
            <a:ext cx="7500990" cy="1428760"/>
          </a:xfrm>
        </p:spPr>
      </p:pic>
      <p:pic>
        <p:nvPicPr>
          <p:cNvPr id="7" name="图片 6" descr="sqwq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48" y="3071810"/>
            <a:ext cx="7572428" cy="36152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8329642" cy="1725602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2000" b="1" dirty="0" smtClean="0"/>
              <a:t>select</a:t>
            </a:r>
            <a:r>
              <a:rPr lang="zh-CN" altLang="en-US" sz="2000" b="1" dirty="0" smtClean="0"/>
              <a:t>设计思想</a:t>
            </a:r>
            <a:r>
              <a:rPr lang="en-US" altLang="zh-CN" sz="1400" dirty="0" smtClean="0"/>
              <a:t/>
            </a:r>
            <a:br>
              <a:rPr lang="en-US" altLang="zh-CN" sz="1400" dirty="0" smtClean="0"/>
            </a:br>
            <a:r>
              <a:rPr lang="zh-CN" altLang="en-US" sz="1200" dirty="0" smtClean="0"/>
              <a:t>预先传入一个你想获取可读可写事件的</a:t>
            </a:r>
            <a:r>
              <a:rPr lang="en-US" altLang="zh-CN" sz="1200" dirty="0" smtClean="0"/>
              <a:t>socket</a:t>
            </a:r>
            <a:r>
              <a:rPr lang="zh-CN" altLang="en-US" sz="1200" dirty="0" smtClean="0"/>
              <a:t>列表</a:t>
            </a:r>
            <a:r>
              <a:rPr lang="zh-CN" altLang="en-US" sz="1200" dirty="0" smtClean="0"/>
              <a:t>，当</a:t>
            </a:r>
            <a:r>
              <a:rPr lang="zh-CN" altLang="en-US" sz="1200" dirty="0" smtClean="0"/>
              <a:t>调用</a:t>
            </a:r>
            <a:r>
              <a:rPr lang="en-US" altLang="zh-CN" sz="1200" dirty="0" smtClean="0"/>
              <a:t>select</a:t>
            </a:r>
            <a:r>
              <a:rPr lang="zh-CN" altLang="en-US" sz="1200" dirty="0" smtClean="0"/>
              <a:t>函数</a:t>
            </a:r>
            <a:r>
              <a:rPr lang="zh-CN" altLang="en-US" sz="1200" dirty="0" smtClean="0"/>
              <a:t>后内核会先遍历一次</a:t>
            </a:r>
            <a:r>
              <a:rPr lang="en-US" altLang="zh-CN" sz="1200" dirty="0" smtClean="0"/>
              <a:t>socket</a:t>
            </a:r>
            <a:r>
              <a:rPr lang="zh-CN" altLang="en-US" sz="1200" dirty="0" smtClean="0"/>
              <a:t>列表 ，查看列表中的</a:t>
            </a:r>
            <a:r>
              <a:rPr lang="en-US" altLang="zh-CN" sz="1200" dirty="0" err="1" smtClean="0"/>
              <a:t>socekt</a:t>
            </a:r>
            <a:r>
              <a:rPr lang="zh-CN" altLang="en-US" sz="1200" dirty="0" smtClean="0"/>
              <a:t>，</a:t>
            </a:r>
            <a:r>
              <a:rPr lang="zh-CN" altLang="en-US" sz="1200" dirty="0" smtClean="0"/>
              <a:t>没有数据 阻塞进程</a:t>
            </a:r>
            <a:r>
              <a:rPr lang="zh-CN" altLang="en-US" sz="1200" dirty="0" smtClean="0"/>
              <a:t>，直到有一个</a:t>
            </a:r>
            <a:r>
              <a:rPr lang="en-US" altLang="zh-CN" sz="1200" dirty="0" smtClean="0"/>
              <a:t>socket</a:t>
            </a:r>
            <a:r>
              <a:rPr lang="zh-CN" altLang="en-US" sz="1200" dirty="0" smtClean="0"/>
              <a:t>收到数据，唤醒进程</a:t>
            </a:r>
            <a:r>
              <a:rPr lang="en-US" altLang="zh-CN" sz="1200" dirty="0" smtClean="0"/>
              <a:t>.</a:t>
            </a:r>
            <a:r>
              <a:rPr lang="zh-CN" altLang="en-US" sz="1200" dirty="0" smtClean="0"/>
              <a:t>然后再遍历获取</a:t>
            </a:r>
            <a:r>
              <a:rPr lang="zh-CN" altLang="en-US" sz="1200" dirty="0" smtClean="0"/>
              <a:t>事件 如果列表中</a:t>
            </a:r>
            <a:r>
              <a:rPr lang="en-US" altLang="zh-CN" sz="1200" dirty="0" smtClean="0"/>
              <a:t>socket</a:t>
            </a:r>
            <a:r>
              <a:rPr lang="zh-CN" altLang="en-US" sz="1200" dirty="0" smtClean="0"/>
              <a:t>有数据</a:t>
            </a:r>
            <a:r>
              <a:rPr lang="en-US" altLang="zh-CN" sz="1200" dirty="0" smtClean="0"/>
              <a:t>select</a:t>
            </a:r>
            <a:r>
              <a:rPr lang="zh-CN" altLang="en-US" sz="1200" dirty="0" smtClean="0"/>
              <a:t>会直接返回，再遍历获取数据</a:t>
            </a:r>
            <a:r>
              <a:rPr lang="en-US" altLang="zh-CN" sz="1200" dirty="0" smtClean="0"/>
              <a:t/>
            </a:r>
            <a:br>
              <a:rPr lang="en-US" altLang="zh-CN" sz="1200" dirty="0" smtClean="0"/>
            </a:br>
            <a:r>
              <a:rPr lang="en-US" sz="1200" dirty="0" err="1" smtClean="0"/>
              <a:t>int</a:t>
            </a:r>
            <a:r>
              <a:rPr lang="en-US" sz="1200" dirty="0" smtClean="0"/>
              <a:t> </a:t>
            </a:r>
            <a:r>
              <a:rPr lang="en-US" sz="1200" dirty="0" err="1" smtClean="0"/>
              <a:t>fds</a:t>
            </a:r>
            <a:r>
              <a:rPr lang="en-US" sz="1200" dirty="0" smtClean="0"/>
              <a:t>[] = </a:t>
            </a:r>
            <a:r>
              <a:rPr lang="en-US" altLang="zh-CN" sz="1200" dirty="0" smtClean="0"/>
              <a:t>{100,101,102} //</a:t>
            </a:r>
            <a:r>
              <a:rPr lang="zh-CN" altLang="en-US" sz="1200" dirty="0" smtClean="0"/>
              <a:t>存放</a:t>
            </a:r>
            <a:r>
              <a:rPr lang="zh-CN" altLang="en-US" sz="1200" dirty="0" smtClean="0"/>
              <a:t>需要</a:t>
            </a:r>
            <a:r>
              <a:rPr lang="zh-CN" altLang="en-US" sz="1200" dirty="0" smtClean="0"/>
              <a:t>监听可读可写事件的</a:t>
            </a:r>
            <a:r>
              <a:rPr lang="en-US" sz="1200" dirty="0" smtClean="0"/>
              <a:t>socket </a:t>
            </a:r>
            <a:r>
              <a:rPr lang="zh-CN" altLang="en-US" sz="1200" dirty="0" smtClean="0"/>
              <a:t>数组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err="1" smtClean="0"/>
              <a:t>int</a:t>
            </a:r>
            <a:r>
              <a:rPr lang="en-US" sz="1200" dirty="0" smtClean="0"/>
              <a:t> n = select(..., </a:t>
            </a:r>
            <a:r>
              <a:rPr lang="en-US" sz="1200" dirty="0" err="1" smtClean="0"/>
              <a:t>fds</a:t>
            </a:r>
            <a:r>
              <a:rPr lang="en-US" sz="1200" dirty="0" smtClean="0"/>
              <a:t>, ...)</a:t>
            </a:r>
            <a:br>
              <a:rPr lang="en-US" sz="1200" dirty="0" smtClean="0"/>
            </a:br>
            <a:r>
              <a:rPr lang="en-US" sz="1200" dirty="0" smtClean="0"/>
              <a:t> for(</a:t>
            </a:r>
            <a:r>
              <a:rPr lang="zh-CN" altLang="en-US" sz="1200" dirty="0" smtClean="0"/>
              <a:t>接收到数据的</a:t>
            </a:r>
            <a:r>
              <a:rPr lang="en-US" sz="1200" dirty="0" smtClean="0"/>
              <a:t>socket</a:t>
            </a:r>
            <a:r>
              <a:rPr lang="en-US" sz="1200" dirty="0" smtClean="0"/>
              <a:t>)</a:t>
            </a:r>
            <a:br>
              <a:rPr lang="en-US" sz="1200" dirty="0" smtClean="0"/>
            </a:br>
            <a:r>
              <a:rPr lang="en-US" sz="1200" dirty="0" smtClean="0"/>
              <a:t> if(FD_ISSET </a:t>
            </a:r>
            <a:r>
              <a:rPr lang="en-US" sz="1200" dirty="0" smtClean="0"/>
              <a:t>) </a:t>
            </a:r>
            <a:r>
              <a:rPr lang="zh-CN" altLang="en-US" sz="1200" dirty="0" smtClean="0"/>
              <a:t>获取数据</a:t>
            </a:r>
            <a:r>
              <a:rPr lang="en-US" sz="1400" dirty="0" smtClean="0"/>
              <a:t/>
            </a:r>
            <a:br>
              <a:rPr lang="en-US" sz="1400" dirty="0" smtClean="0"/>
            </a:br>
            <a:endParaRPr lang="zh-CN" altLang="en-US" sz="1400" dirty="0"/>
          </a:p>
        </p:txBody>
      </p:sp>
      <p:pic>
        <p:nvPicPr>
          <p:cNvPr id="7" name="内容占位符 6" descr="333.png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1214414" y="2071654"/>
            <a:ext cx="6591973" cy="4786346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186766" cy="1857388"/>
          </a:xfrm>
        </p:spPr>
        <p:txBody>
          <a:bodyPr anchor="t"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epollfd</a:t>
            </a:r>
            <a:r>
              <a:rPr lang="en-US" altLang="zh-CN" sz="2000" dirty="0" smtClean="0"/>
              <a:t> = </a:t>
            </a:r>
            <a:r>
              <a:rPr lang="en-US" altLang="zh-CN" sz="2000" dirty="0" err="1" smtClean="0"/>
              <a:t>epoll_create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fdsize</a:t>
            </a:r>
            <a:r>
              <a:rPr lang="en-US" altLang="zh-CN" sz="2000" dirty="0" smtClean="0"/>
              <a:t>) </a:t>
            </a:r>
            <a:r>
              <a:rPr lang="en-US" altLang="zh-CN" sz="1000" dirty="0" smtClean="0"/>
              <a:t/>
            </a:r>
            <a:br>
              <a:rPr lang="en-US" altLang="zh-CN" sz="1000" dirty="0" smtClean="0"/>
            </a:br>
            <a:r>
              <a:rPr lang="zh-CN" altLang="en-US" sz="1600" dirty="0" smtClean="0"/>
              <a:t>调用</a:t>
            </a:r>
            <a:r>
              <a:rPr lang="en-US" altLang="zh-CN" sz="1600" dirty="0" err="1" smtClean="0"/>
              <a:t>epoll_create</a:t>
            </a:r>
            <a:r>
              <a:rPr lang="zh-CN" altLang="en-US" sz="1600" dirty="0" smtClean="0"/>
              <a:t>方法时，内核会创建一个</a:t>
            </a:r>
            <a:r>
              <a:rPr lang="en-US" altLang="zh-CN" sz="1600" dirty="0" err="1" smtClean="0"/>
              <a:t>eventpoll</a:t>
            </a:r>
            <a:r>
              <a:rPr lang="zh-CN" altLang="en-US" sz="1600" dirty="0" smtClean="0"/>
              <a:t>对象</a:t>
            </a:r>
            <a:r>
              <a:rPr lang="en-US" altLang="zh-CN" sz="1600" dirty="0" smtClean="0"/>
              <a:t/>
            </a:r>
            <a:br>
              <a:rPr lang="en-US" altLang="zh-CN" sz="1600" dirty="0" smtClean="0"/>
            </a:br>
            <a:r>
              <a:rPr lang="en-US" altLang="zh-CN" sz="1600" dirty="0" smtClean="0"/>
              <a:t>1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wq</a:t>
            </a:r>
            <a:r>
              <a:rPr lang="en-US" altLang="zh-CN" sz="1600" dirty="0" smtClean="0"/>
              <a:t>      </a:t>
            </a:r>
            <a:r>
              <a:rPr lang="zh-CN" altLang="en-US" sz="1600" dirty="0" smtClean="0"/>
              <a:t>等待队列 用于保存当前阻塞的线程 用于可读可写时唤醒队列中的线程</a:t>
            </a:r>
            <a:r>
              <a:rPr lang="en-US" altLang="zh-CN" sz="1600" dirty="0" smtClean="0"/>
              <a:t/>
            </a:r>
            <a:br>
              <a:rPr lang="en-US" altLang="zh-CN" sz="1600" dirty="0" smtClean="0"/>
            </a:br>
            <a:r>
              <a:rPr lang="en-US" altLang="zh-CN" sz="1600" dirty="0" smtClean="0"/>
              <a:t>2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rbr</a:t>
            </a:r>
            <a:r>
              <a:rPr lang="en-US" altLang="zh-CN" sz="1600" dirty="0" smtClean="0"/>
              <a:t>      </a:t>
            </a:r>
            <a:r>
              <a:rPr lang="zh-CN" altLang="en-US" sz="1600" dirty="0" smtClean="0"/>
              <a:t>红黑树 用于保存监视的</a:t>
            </a:r>
            <a:r>
              <a:rPr lang="en-US" altLang="zh-CN" sz="1600" dirty="0" smtClean="0"/>
              <a:t>socket</a:t>
            </a:r>
            <a:r>
              <a:rPr lang="zh-CN" altLang="en-US" sz="1600" dirty="0" smtClean="0"/>
              <a:t>事件</a:t>
            </a:r>
            <a:r>
              <a:rPr lang="en-US" altLang="zh-CN" sz="1600" dirty="0" smtClean="0"/>
              <a:t/>
            </a:r>
            <a:br>
              <a:rPr lang="en-US" altLang="zh-CN" sz="1600" dirty="0" smtClean="0"/>
            </a:br>
            <a:r>
              <a:rPr lang="en-US" altLang="zh-CN" sz="1600" dirty="0" smtClean="0"/>
              <a:t>3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rdlist</a:t>
            </a:r>
            <a:r>
              <a:rPr lang="en-US" altLang="zh-CN" sz="1600" dirty="0" smtClean="0"/>
              <a:t>  </a:t>
            </a:r>
            <a:r>
              <a:rPr lang="zh-CN" altLang="en-US" sz="1600" dirty="0" smtClean="0"/>
              <a:t>就绪队列 双向链表 用于保存可读可写就绪事件的</a:t>
            </a:r>
            <a:r>
              <a:rPr lang="en-US" altLang="zh-CN" sz="1600" dirty="0" smtClean="0"/>
              <a:t>socket</a:t>
            </a:r>
            <a:endParaRPr lang="zh-CN" altLang="en-US" sz="1600" dirty="0"/>
          </a:p>
        </p:txBody>
      </p:sp>
      <p:pic>
        <p:nvPicPr>
          <p:cNvPr id="4" name="内容占位符 3" descr="fdb734adc1454d87ab4860834bdf5525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44" y="1714488"/>
            <a:ext cx="8702227" cy="4793176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0"/>
            <a:ext cx="8572560" cy="2000240"/>
          </a:xfrm>
        </p:spPr>
        <p:txBody>
          <a:bodyPr>
            <a:noAutofit/>
          </a:bodyPr>
          <a:lstStyle/>
          <a:p>
            <a:r>
              <a:rPr lang="en-US" altLang="zh-CN" sz="1400" dirty="0" smtClean="0"/>
              <a:t>1</a:t>
            </a:r>
            <a:r>
              <a:rPr lang="zh-CN" altLang="en-US" sz="1400" dirty="0" smtClean="0"/>
              <a:t>、</a:t>
            </a:r>
            <a:r>
              <a:rPr lang="en-US" altLang="zh-CN" sz="1400" dirty="0" err="1" smtClean="0"/>
              <a:t>epoll_create</a:t>
            </a:r>
            <a:r>
              <a:rPr lang="zh-CN" altLang="en-US" sz="1400" dirty="0" smtClean="0"/>
              <a:t>创建</a:t>
            </a:r>
            <a:r>
              <a:rPr lang="en-US" altLang="zh-CN" sz="1400" dirty="0" err="1" smtClean="0"/>
              <a:t>eventpoll</a:t>
            </a:r>
            <a:r>
              <a:rPr lang="zh-CN" altLang="en-US" sz="1400" dirty="0" smtClean="0"/>
              <a:t>对象 </a:t>
            </a:r>
            <a:r>
              <a:rPr lang="en-US" altLang="zh-CN" sz="1400" dirty="0" smtClean="0"/>
              <a:t>–</a:t>
            </a:r>
            <a:r>
              <a:rPr lang="zh-CN" altLang="en-US" sz="1400" dirty="0" smtClean="0"/>
              <a:t>等待队列 、红黑树、 双向链表</a:t>
            </a:r>
            <a:endParaRPr lang="en-US" altLang="zh-CN" sz="1400" dirty="0" smtClean="0"/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</a:t>
            </a:r>
            <a:r>
              <a:rPr lang="en-US" altLang="zh-CN" sz="1400" dirty="0" err="1" smtClean="0"/>
              <a:t>epoll_ctl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注册添加删除修改事件</a:t>
            </a:r>
            <a:r>
              <a:rPr lang="zh-CN" altLang="en-US" sz="1400" dirty="0" smtClean="0"/>
              <a:t>，把</a:t>
            </a:r>
            <a:r>
              <a:rPr lang="en-US" altLang="zh-CN" sz="1400" dirty="0" smtClean="0"/>
              <a:t>socket</a:t>
            </a:r>
            <a:r>
              <a:rPr lang="zh-CN" altLang="en-US" sz="1400" dirty="0" smtClean="0"/>
              <a:t>添加到红黑树里面去，同时把</a:t>
            </a:r>
            <a:r>
              <a:rPr lang="en-US" altLang="zh-CN" sz="1400" dirty="0" err="1" smtClean="0"/>
              <a:t>eventpoll</a:t>
            </a:r>
            <a:r>
              <a:rPr lang="zh-CN" altLang="en-US" sz="1400" dirty="0" smtClean="0"/>
              <a:t>对象添加到</a:t>
            </a:r>
            <a:r>
              <a:rPr lang="en-US" altLang="zh-CN" sz="1400" dirty="0" smtClean="0"/>
              <a:t>socket</a:t>
            </a:r>
            <a:r>
              <a:rPr lang="zh-CN" altLang="en-US" sz="1400" dirty="0" smtClean="0"/>
              <a:t>等待队列</a:t>
            </a:r>
            <a:r>
              <a:rPr lang="zh-CN" altLang="en-US" sz="1400" dirty="0" smtClean="0"/>
              <a:t>上去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当</a:t>
            </a:r>
            <a:r>
              <a:rPr lang="en-US" altLang="zh-CN" sz="1400" dirty="0" smtClean="0"/>
              <a:t>socket</a:t>
            </a:r>
            <a:r>
              <a:rPr lang="zh-CN" altLang="en-US" sz="1400" dirty="0" smtClean="0"/>
              <a:t>收到数据时候 根据</a:t>
            </a:r>
            <a:r>
              <a:rPr lang="en-US" altLang="zh-CN" sz="1400" dirty="0" err="1" smtClean="0"/>
              <a:t>eventpoll</a:t>
            </a:r>
            <a:r>
              <a:rPr lang="zh-CN" altLang="en-US" sz="1400" dirty="0" smtClean="0"/>
              <a:t>来验证 然后添加引用到</a:t>
            </a:r>
            <a:r>
              <a:rPr lang="en-US" altLang="zh-CN" sz="1400" dirty="0" err="1" smtClean="0"/>
              <a:t>rdlist</a:t>
            </a:r>
            <a:r>
              <a:rPr lang="zh-CN" altLang="en-US" sz="1400" dirty="0" smtClean="0"/>
              <a:t>里面去</a:t>
            </a:r>
            <a:endParaRPr lang="en-US" altLang="zh-CN" sz="1400" dirty="0" smtClean="0"/>
          </a:p>
          <a:p>
            <a:r>
              <a:rPr lang="en-US" altLang="zh-CN" sz="1400" dirty="0" smtClean="0"/>
              <a:t>3</a:t>
            </a:r>
            <a:r>
              <a:rPr lang="zh-CN" altLang="en-US" sz="1400" dirty="0" smtClean="0"/>
              <a:t>、</a:t>
            </a:r>
            <a:r>
              <a:rPr lang="en-US" altLang="zh-CN" sz="1400" dirty="0" err="1" smtClean="0"/>
              <a:t>epoll_wait</a:t>
            </a:r>
            <a:r>
              <a:rPr lang="zh-CN" altLang="en-US" sz="1400" dirty="0" smtClean="0"/>
              <a:t>阻塞线程 添加到</a:t>
            </a:r>
            <a:r>
              <a:rPr lang="en-US" altLang="zh-CN" sz="1400" dirty="0" err="1" smtClean="0"/>
              <a:t>eventpoll</a:t>
            </a:r>
            <a:r>
              <a:rPr lang="zh-CN" altLang="en-US" sz="1400" dirty="0" smtClean="0"/>
              <a:t>等待列表</a:t>
            </a:r>
            <a:r>
              <a:rPr lang="en-US" altLang="zh-CN" sz="1400" dirty="0" smtClean="0"/>
              <a:t>  </a:t>
            </a:r>
            <a:r>
              <a:rPr lang="zh-CN" altLang="en-US" sz="1400" dirty="0" smtClean="0"/>
              <a:t>当</a:t>
            </a:r>
            <a:r>
              <a:rPr lang="en-US" altLang="zh-CN" sz="1400" dirty="0" smtClean="0"/>
              <a:t>socket</a:t>
            </a:r>
            <a:r>
              <a:rPr lang="zh-CN" altLang="en-US" sz="1400" dirty="0" smtClean="0"/>
              <a:t>有数据到来时 修改</a:t>
            </a:r>
            <a:r>
              <a:rPr lang="en-US" altLang="zh-CN" sz="1400" dirty="0" err="1" smtClean="0"/>
              <a:t>rdlist</a:t>
            </a:r>
            <a:r>
              <a:rPr lang="zh-CN" altLang="en-US" sz="1400" dirty="0" smtClean="0"/>
              <a:t>列表 操作</a:t>
            </a:r>
            <a:r>
              <a:rPr lang="en-US" altLang="zh-CN" sz="1400" dirty="0" err="1" smtClean="0"/>
              <a:t>eventpoll</a:t>
            </a:r>
            <a:r>
              <a:rPr lang="zh-CN" altLang="en-US" sz="1400" dirty="0" smtClean="0"/>
              <a:t>对象 唤醒线程，取走</a:t>
            </a:r>
            <a:r>
              <a:rPr lang="en-US" altLang="zh-CN" sz="1400" dirty="0" err="1" smtClean="0"/>
              <a:t>rdlist</a:t>
            </a:r>
            <a:r>
              <a:rPr lang="zh-CN" altLang="en-US" sz="1400" dirty="0" smtClean="0"/>
              <a:t>数据 通知。。。</a:t>
            </a:r>
            <a:endParaRPr lang="en-US" altLang="zh-CN" sz="1400" dirty="0" smtClean="0"/>
          </a:p>
        </p:txBody>
      </p:sp>
      <p:pic>
        <p:nvPicPr>
          <p:cNvPr id="5" name="图片 4" descr="44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86" y="1357298"/>
            <a:ext cx="7719529" cy="55007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epoll_ctl</a:t>
            </a:r>
            <a:r>
              <a:rPr lang="en-US" altLang="zh-CN" dirty="0" smtClean="0"/>
              <a:t>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epoll_ctl</a:t>
            </a:r>
            <a:r>
              <a:rPr lang="en-US" altLang="zh-CN" dirty="0" smtClean="0"/>
              <a:t>()</a:t>
            </a:r>
          </a:p>
          <a:p>
            <a:r>
              <a:rPr lang="en-US" altLang="zh-CN" dirty="0" err="1" smtClean="0"/>
              <a:t>struct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epoll_event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ev</a:t>
            </a:r>
            <a:r>
              <a:rPr lang="en-US" altLang="zh-CN" dirty="0" smtClean="0"/>
              <a:t>;</a:t>
            </a:r>
          </a:p>
          <a:p>
            <a:r>
              <a:rPr lang="en-US" altLang="zh-CN" dirty="0" err="1" smtClean="0"/>
              <a:t>ev.events</a:t>
            </a:r>
            <a:r>
              <a:rPr lang="en-US" altLang="zh-CN" dirty="0" smtClean="0"/>
              <a:t> =  EPOLLIN |  EPOLLET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en-US" altLang="zh-CN" dirty="0" err="1" smtClean="0"/>
              <a:t>ev.data.fd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sockfd</a:t>
            </a:r>
            <a:r>
              <a:rPr lang="en-US" altLang="zh-CN" dirty="0" smtClean="0"/>
              <a:t>;</a:t>
            </a:r>
          </a:p>
          <a:p>
            <a:r>
              <a:rPr lang="en-US" altLang="zh-CN" dirty="0" err="1" smtClean="0"/>
              <a:t>epoll_ctl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epollfd</a:t>
            </a:r>
            <a:r>
              <a:rPr lang="en-US" altLang="zh-CN" dirty="0" smtClean="0"/>
              <a:t>, EPOLL_CTL_DEL, </a:t>
            </a:r>
            <a:r>
              <a:rPr lang="en-US" altLang="zh-CN" dirty="0" err="1" smtClean="0"/>
              <a:t>sockfd</a:t>
            </a:r>
            <a:r>
              <a:rPr lang="en-US" altLang="zh-CN" dirty="0" smtClean="0"/>
              <a:t>, &amp;</a:t>
            </a:r>
            <a:r>
              <a:rPr lang="en-US" altLang="zh-CN" dirty="0" err="1" smtClean="0"/>
              <a:t>ev</a:t>
            </a:r>
            <a:r>
              <a:rPr lang="en-US" altLang="zh-CN" dirty="0" smtClean="0"/>
              <a:t>); //</a:t>
            </a:r>
            <a:r>
              <a:rPr lang="zh-CN" altLang="en-US" dirty="0" smtClean="0"/>
              <a:t>成功返回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，不成功返回</a:t>
            </a:r>
            <a:r>
              <a:rPr lang="en-US" altLang="zh-CN" dirty="0" smtClean="0"/>
              <a:t>-1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功能：将需监听的</a:t>
            </a:r>
            <a:r>
              <a:rPr lang="en-US" altLang="zh-CN" dirty="0" err="1" smtClean="0"/>
              <a:t>fd</a:t>
            </a:r>
            <a:r>
              <a:rPr lang="zh-CN" altLang="en-US" dirty="0" smtClean="0"/>
              <a:t>添加到</a:t>
            </a:r>
            <a:r>
              <a:rPr lang="en-US" altLang="zh-CN" dirty="0" err="1" smtClean="0"/>
              <a:t>epfd</a:t>
            </a:r>
            <a:r>
              <a:rPr lang="zh-CN" altLang="en-US" dirty="0" smtClean="0"/>
              <a:t>对应的红黑树上，其中形参中指定：</a:t>
            </a:r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）对</a:t>
            </a:r>
            <a:r>
              <a:rPr lang="en-US" altLang="zh-CN" dirty="0" err="1" smtClean="0"/>
              <a:t>fd</a:t>
            </a:r>
            <a:r>
              <a:rPr lang="zh-CN" altLang="en-US" dirty="0" smtClean="0"/>
              <a:t>的操作类型：是删除还是增加。</a:t>
            </a:r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）监听</a:t>
            </a:r>
            <a:r>
              <a:rPr lang="en-US" altLang="zh-CN" dirty="0" err="1" smtClean="0"/>
              <a:t>fd</a:t>
            </a:r>
            <a:r>
              <a:rPr lang="zh-CN" altLang="en-US" dirty="0" smtClean="0"/>
              <a:t>的哪些事件：读事件还是写事件。</a:t>
            </a:r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）监听事件的方式：是水平触发还是边沿触发。</a:t>
            </a:r>
          </a:p>
          <a:p>
            <a:r>
              <a:rPr lang="en-US" altLang="zh-CN" dirty="0" smtClean="0"/>
              <a:t>//1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epfd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epoll_create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的返回值</a:t>
            </a:r>
          </a:p>
          <a:p>
            <a:r>
              <a:rPr lang="en-US" altLang="zh-CN" dirty="0" smtClean="0"/>
              <a:t>//2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op</a:t>
            </a:r>
            <a:r>
              <a:rPr lang="zh-CN" altLang="en-US" dirty="0" smtClean="0"/>
              <a:t>：</a:t>
            </a:r>
            <a:r>
              <a:rPr lang="en-US" altLang="zh-CN" dirty="0" smtClean="0"/>
              <a:t>EPOLL_CTL_ADD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EPOLL_CTL_MOD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EPOLL_CTL_DEL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//3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fd</a:t>
            </a:r>
            <a:r>
              <a:rPr lang="zh-CN" altLang="en-US" dirty="0" smtClean="0"/>
              <a:t>：要操作的文件描述符。</a:t>
            </a:r>
          </a:p>
          <a:p>
            <a:r>
              <a:rPr lang="en-US" altLang="zh-CN" dirty="0" smtClean="0"/>
              <a:t>//4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event</a:t>
            </a:r>
            <a:r>
              <a:rPr lang="zh-CN" altLang="en-US" dirty="0" smtClean="0"/>
              <a:t>：指定事件</a:t>
            </a:r>
          </a:p>
          <a:p>
            <a:r>
              <a:rPr lang="en-US" altLang="zh-CN" sz="3600" dirty="0" smtClean="0"/>
              <a:t>EPOLLIN </a:t>
            </a:r>
            <a:r>
              <a:rPr lang="zh-CN" altLang="en-US" sz="3600" dirty="0" smtClean="0"/>
              <a:t>：   表示监听对应文件描述符，读事件（包括对端</a:t>
            </a:r>
            <a:r>
              <a:rPr lang="en-US" altLang="zh-CN" sz="3600" dirty="0" smtClean="0"/>
              <a:t>SOCKET</a:t>
            </a:r>
            <a:r>
              <a:rPr lang="zh-CN" altLang="en-US" sz="3600" dirty="0" smtClean="0"/>
              <a:t>正常关闭）；</a:t>
            </a:r>
          </a:p>
          <a:p>
            <a:r>
              <a:rPr lang="en-US" altLang="zh-CN" sz="3600" dirty="0" smtClean="0"/>
              <a:t>EPOLLOUT</a:t>
            </a:r>
            <a:r>
              <a:rPr lang="zh-CN" altLang="en-US" sz="3600" dirty="0" smtClean="0"/>
              <a:t>：  表示监听对应文件描述符，写事件；</a:t>
            </a:r>
          </a:p>
          <a:p>
            <a:r>
              <a:rPr lang="en-US" altLang="zh-CN" sz="3600" dirty="0" smtClean="0"/>
              <a:t>EPOLLPRI</a:t>
            </a:r>
            <a:r>
              <a:rPr lang="zh-CN" altLang="en-US" sz="3600" dirty="0" smtClean="0"/>
              <a:t>：   表示监听对应文件描述符，紧急数据可读事件（这里应该表示有带外数据到来）；</a:t>
            </a:r>
          </a:p>
          <a:p>
            <a:r>
              <a:rPr lang="en-US" altLang="zh-CN" sz="3600" dirty="0" smtClean="0"/>
              <a:t>EPOLLERR</a:t>
            </a:r>
            <a:r>
              <a:rPr lang="zh-CN" altLang="en-US" sz="3600" dirty="0" smtClean="0"/>
              <a:t>：  表示监听文件描述符，发生错误事件；</a:t>
            </a:r>
          </a:p>
          <a:p>
            <a:r>
              <a:rPr lang="en-US" altLang="zh-CN" sz="3600" dirty="0" smtClean="0"/>
              <a:t>EPOLLHUP</a:t>
            </a:r>
            <a:r>
              <a:rPr lang="zh-CN" altLang="en-US" sz="3600" dirty="0" smtClean="0"/>
              <a:t>：  表示监听文件描述符，被挂断事件；</a:t>
            </a:r>
            <a:endParaRPr lang="en-US" altLang="zh-CN" sz="3600" dirty="0" smtClean="0"/>
          </a:p>
          <a:p>
            <a:r>
              <a:rPr lang="en-US" altLang="zh-CN" sz="3600" dirty="0" smtClean="0"/>
              <a:t>EPOLLLT</a:t>
            </a:r>
            <a:r>
              <a:rPr lang="zh-CN" altLang="en-US" sz="3600" dirty="0" smtClean="0"/>
              <a:t>：     将</a:t>
            </a:r>
            <a:r>
              <a:rPr lang="en-US" altLang="zh-CN" sz="3600" dirty="0" err="1" smtClean="0"/>
              <a:t>epoll</a:t>
            </a:r>
            <a:r>
              <a:rPr lang="zh-CN" altLang="en-US" sz="3600" dirty="0" smtClean="0"/>
              <a:t>设为水平触发模式</a:t>
            </a:r>
          </a:p>
          <a:p>
            <a:r>
              <a:rPr lang="en-US" altLang="zh-CN" sz="3600" dirty="0" smtClean="0"/>
              <a:t>EPOLLET</a:t>
            </a:r>
            <a:r>
              <a:rPr lang="zh-CN" altLang="en-US" sz="3600" dirty="0" smtClean="0"/>
              <a:t>：    将</a:t>
            </a:r>
            <a:r>
              <a:rPr lang="en-US" altLang="zh-CN" sz="3600" dirty="0" err="1" smtClean="0"/>
              <a:t>epoll</a:t>
            </a:r>
            <a:r>
              <a:rPr lang="zh-CN" altLang="en-US" sz="3600" dirty="0" smtClean="0"/>
              <a:t>设为边沿触发模式，该参数缺省状态为水平触发</a:t>
            </a:r>
            <a:r>
              <a:rPr lang="en-US" altLang="zh-CN" sz="3600" dirty="0" smtClean="0"/>
              <a:t>LT</a:t>
            </a:r>
            <a:r>
              <a:rPr lang="zh-CN" altLang="en-US" sz="3600" dirty="0" smtClean="0"/>
              <a:t>。</a:t>
            </a:r>
            <a:endParaRPr lang="en-US" altLang="zh-CN" sz="3600" dirty="0" smtClean="0"/>
          </a:p>
          <a:p>
            <a:r>
              <a:rPr lang="en-US" altLang="zh-CN" sz="3600" dirty="0" smtClean="0"/>
              <a:t>EPOLLONESHOT</a:t>
            </a:r>
            <a:r>
              <a:rPr lang="zh-CN" altLang="en-US" sz="3600" dirty="0" smtClean="0"/>
              <a:t>：只监听一次事件，当监听完这次事件之后，如果还需要继续监听这个</a:t>
            </a:r>
            <a:r>
              <a:rPr lang="en-US" altLang="zh-CN" sz="3600" dirty="0" err="1" smtClean="0"/>
              <a:t>socketfd</a:t>
            </a:r>
            <a:r>
              <a:rPr lang="zh-CN" altLang="en-US" sz="3600" dirty="0" smtClean="0"/>
              <a:t>的话 需重新把这个</a:t>
            </a:r>
            <a:r>
              <a:rPr lang="en-US" altLang="zh-CN" sz="3600" dirty="0" err="1" smtClean="0"/>
              <a:t>socketfd</a:t>
            </a:r>
            <a:r>
              <a:rPr lang="zh-CN" altLang="en-US" sz="3600" dirty="0" smtClean="0"/>
              <a:t>加入到</a:t>
            </a:r>
            <a:r>
              <a:rPr lang="en-US" altLang="zh-CN" sz="3600" dirty="0" smtClean="0"/>
              <a:t>EPOLL</a:t>
            </a:r>
            <a:r>
              <a:rPr lang="zh-CN" altLang="en-US" sz="3600" dirty="0" smtClean="0"/>
              <a:t>队列里。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75856" y="116632"/>
            <a:ext cx="3096344" cy="635670"/>
          </a:xfrm>
        </p:spPr>
        <p:txBody>
          <a:bodyPr anchor="ctr">
            <a:normAutofit fontScale="90000"/>
          </a:bodyPr>
          <a:lstStyle/>
          <a:p>
            <a:r>
              <a:rPr lang="en-US" altLang="zh-CN" dirty="0" err="1" smtClean="0"/>
              <a:t>epoll</a:t>
            </a:r>
            <a:r>
              <a:rPr lang="zh-CN" altLang="en-US" dirty="0" smtClean="0"/>
              <a:t>的两种触发模式</a:t>
            </a:r>
            <a:br>
              <a:rPr lang="zh-CN" altLang="en-US" dirty="0" smtClean="0"/>
            </a:br>
            <a:endParaRPr lang="zh-CN" altLang="en-US" dirty="0"/>
          </a:p>
        </p:txBody>
      </p:sp>
      <p:pic>
        <p:nvPicPr>
          <p:cNvPr id="5" name="内容占位符 4" descr="2018110814591325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19672" y="2924944"/>
            <a:ext cx="5832648" cy="3199216"/>
          </a:xfrm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1560" y="548680"/>
            <a:ext cx="7776864" cy="2088232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 err="1" smtClean="0"/>
              <a:t>epoll</a:t>
            </a:r>
            <a:r>
              <a:rPr lang="zh-CN" altLang="en-US" dirty="0" smtClean="0"/>
              <a:t>的水平触发和边沿触发：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）水平触发</a:t>
            </a:r>
            <a:r>
              <a:rPr lang="en-US" altLang="zh-CN" dirty="0" smtClean="0"/>
              <a:t>LT</a:t>
            </a:r>
            <a:r>
              <a:rPr lang="zh-CN" altLang="en-US" dirty="0" smtClean="0"/>
              <a:t>：只</a:t>
            </a:r>
            <a:r>
              <a:rPr lang="zh-CN" altLang="en-US" b="1" dirty="0" smtClean="0"/>
              <a:t>要这个文件描述符还有数据可读或可写，每次 </a:t>
            </a:r>
            <a:r>
              <a:rPr lang="en-US" altLang="zh-CN" b="1" dirty="0" err="1" smtClean="0"/>
              <a:t>epoll_wait</a:t>
            </a:r>
            <a:r>
              <a:rPr lang="zh-CN" altLang="en-US" b="1" dirty="0" smtClean="0"/>
              <a:t>都会返回它的事件</a:t>
            </a:r>
            <a:r>
              <a:rPr lang="zh-CN" altLang="en-US" dirty="0" smtClean="0"/>
              <a:t>，提醒用户程序去操作；</a:t>
            </a:r>
          </a:p>
          <a:p>
            <a:r>
              <a:rPr lang="en-US" altLang="zh-CN" dirty="0" smtClean="0"/>
              <a:t>  (2</a:t>
            </a:r>
            <a:r>
              <a:rPr lang="zh-CN" altLang="en-US" dirty="0" smtClean="0"/>
              <a:t>）边沿触发</a:t>
            </a:r>
            <a:r>
              <a:rPr lang="en-US" altLang="zh-CN" dirty="0" smtClean="0"/>
              <a:t>ET</a:t>
            </a:r>
            <a:r>
              <a:rPr lang="zh-CN" altLang="en-US" dirty="0" smtClean="0"/>
              <a:t>：在它检测到有 </a:t>
            </a:r>
            <a:r>
              <a:rPr lang="en-US" altLang="zh-CN" dirty="0" smtClean="0"/>
              <a:t>I/O </a:t>
            </a:r>
            <a:r>
              <a:rPr lang="zh-CN" altLang="en-US" dirty="0" smtClean="0"/>
              <a:t>事件时，通过 </a:t>
            </a:r>
            <a:r>
              <a:rPr lang="en-US" altLang="zh-CN" dirty="0" err="1" smtClean="0"/>
              <a:t>epoll_wait</a:t>
            </a:r>
            <a:r>
              <a:rPr lang="en-US" altLang="zh-CN" dirty="0" smtClean="0"/>
              <a:t> </a:t>
            </a:r>
            <a:r>
              <a:rPr lang="zh-CN" altLang="en-US" dirty="0" smtClean="0"/>
              <a:t>调用会得到有事件通知的文件描述符</a:t>
            </a:r>
            <a:endParaRPr lang="en-US" altLang="zh-CN" dirty="0" smtClean="0"/>
          </a:p>
          <a:p>
            <a:r>
              <a:rPr lang="en-US" altLang="zh-CN" dirty="0" smtClean="0"/>
              <a:t>  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 </a:t>
            </a:r>
            <a:r>
              <a:rPr lang="zh-CN" altLang="en-US" dirty="0" smtClean="0"/>
              <a:t>可读</a:t>
            </a:r>
            <a:r>
              <a:rPr lang="en-US" altLang="zh-CN" dirty="0" smtClean="0"/>
              <a:t>EPOLLOIN</a:t>
            </a:r>
            <a:r>
              <a:rPr lang="zh-CN" altLang="en-US" dirty="0" smtClean="0"/>
              <a:t>事件，则必须将该文件描述符一直读到空，让 </a:t>
            </a:r>
            <a:r>
              <a:rPr lang="en-US" altLang="zh-CN" dirty="0" err="1" smtClean="0"/>
              <a:t>errno</a:t>
            </a:r>
            <a:r>
              <a:rPr lang="en-US" altLang="zh-CN" dirty="0" smtClean="0"/>
              <a:t> </a:t>
            </a:r>
            <a:r>
              <a:rPr lang="zh-CN" altLang="en-US" dirty="0" smtClean="0"/>
              <a:t>返回 </a:t>
            </a:r>
            <a:r>
              <a:rPr lang="en-US" altLang="zh-CN" dirty="0" smtClean="0"/>
              <a:t>EAGAIN </a:t>
            </a:r>
            <a:r>
              <a:rPr lang="zh-CN" altLang="en-US" dirty="0" smtClean="0"/>
              <a:t>为止，否则下次的 </a:t>
            </a:r>
            <a:r>
              <a:rPr lang="en-US" altLang="zh-CN" dirty="0" err="1" smtClean="0"/>
              <a:t>epoll_wait</a:t>
            </a:r>
            <a:r>
              <a:rPr lang="en-US" altLang="zh-CN" dirty="0" smtClean="0"/>
              <a:t> </a:t>
            </a:r>
            <a:r>
              <a:rPr lang="zh-CN" altLang="en-US" dirty="0" smtClean="0"/>
              <a:t>不会返回余下的数据，会丢掉事件。</a:t>
            </a:r>
            <a:r>
              <a:rPr lang="en-US" altLang="zh-CN" dirty="0" smtClean="0"/>
              <a:t> </a:t>
            </a:r>
          </a:p>
          <a:p>
            <a:r>
              <a:rPr lang="en-US" altLang="zh-CN" dirty="0" smtClean="0"/>
              <a:t>  b </a:t>
            </a:r>
            <a:r>
              <a:rPr lang="zh-CN" altLang="en-US" dirty="0" smtClean="0"/>
              <a:t>、可写</a:t>
            </a:r>
            <a:r>
              <a:rPr lang="en-US" altLang="zh-CN" dirty="0" smtClean="0"/>
              <a:t>EPOLLOUT</a:t>
            </a:r>
            <a:r>
              <a:rPr lang="zh-CN" altLang="en-US" dirty="0" smtClean="0"/>
              <a:t>事件只有在连接时触发一次，表示可写，其他时候想要触发：</a:t>
            </a:r>
          </a:p>
          <a:p>
            <a:r>
              <a:rPr lang="en-US" altLang="zh-CN" dirty="0" smtClean="0"/>
              <a:t>       //1.</a:t>
            </a:r>
            <a:r>
              <a:rPr lang="zh-CN" altLang="en-US" dirty="0" smtClean="0"/>
              <a:t>某次</a:t>
            </a:r>
            <a:r>
              <a:rPr lang="en-US" altLang="zh-CN" dirty="0" smtClean="0"/>
              <a:t>write</a:t>
            </a:r>
            <a:r>
              <a:rPr lang="zh-CN" altLang="en-US" dirty="0" smtClean="0"/>
              <a:t>，写满了发送缓冲区，返回错误码为</a:t>
            </a:r>
            <a:r>
              <a:rPr lang="en-US" altLang="zh-CN" dirty="0" smtClean="0"/>
              <a:t>EAGAIN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       //2.</a:t>
            </a:r>
            <a:r>
              <a:rPr lang="zh-CN" altLang="en-US" dirty="0" smtClean="0"/>
              <a:t>对端读取了一些数据，又重新可写了，此时会触发</a:t>
            </a:r>
            <a:r>
              <a:rPr lang="en-US" altLang="zh-CN" dirty="0" smtClean="0"/>
              <a:t>EPOLLOUT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     强制触发，调用</a:t>
            </a:r>
            <a:r>
              <a:rPr lang="en-US" altLang="zh-CN" dirty="0" err="1" smtClean="0"/>
              <a:t>epoll_ctl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epfd,EPOLL_CTL_MOD,fd,ev</a:t>
            </a:r>
            <a:r>
              <a:rPr lang="en-US" altLang="zh-CN" dirty="0" smtClean="0"/>
              <a:t>)</a:t>
            </a:r>
            <a:r>
              <a:rPr lang="zh-CN" altLang="en-US" dirty="0" smtClean="0"/>
              <a:t>重新设置一下</a:t>
            </a:r>
            <a:r>
              <a:rPr lang="en-US" altLang="zh-CN" dirty="0" smtClean="0"/>
              <a:t>event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634082"/>
          </a:xfrm>
        </p:spPr>
        <p:txBody>
          <a:bodyPr>
            <a:normAutofit fontScale="90000"/>
          </a:bodyPr>
          <a:lstStyle/>
          <a:p>
            <a:r>
              <a:rPr lang="en-US" altLang="zh-CN" dirty="0" err="1" smtClean="0"/>
              <a:t>epoll_wait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908720"/>
            <a:ext cx="8291264" cy="5217443"/>
          </a:xfrm>
        </p:spPr>
        <p:txBody>
          <a:bodyPr>
            <a:normAutofit/>
          </a:bodyPr>
          <a:lstStyle/>
          <a:p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num = </a:t>
            </a:r>
            <a:r>
              <a:rPr lang="en-US" altLang="zh-CN" sz="1600" dirty="0" err="1" smtClean="0"/>
              <a:t>epoll_wait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epoll</a:t>
            </a:r>
            <a:r>
              <a:rPr lang="en-US" altLang="zh-CN" sz="1600" dirty="0" smtClean="0"/>
              <a:t>-&gt;</a:t>
            </a:r>
            <a:r>
              <a:rPr lang="en-US" altLang="zh-CN" sz="1600" dirty="0" err="1" smtClean="0"/>
              <a:t>epollfd</a:t>
            </a:r>
            <a:r>
              <a:rPr lang="en-US" altLang="zh-CN" sz="1600" dirty="0" smtClean="0"/>
              <a:t>, events, EPOLLEVENTS, -1);</a:t>
            </a:r>
          </a:p>
          <a:p>
            <a:r>
              <a:rPr lang="zh-CN" altLang="en-US" sz="1600" dirty="0" smtClean="0"/>
              <a:t>功能：发现并获得”就绪“状态的</a:t>
            </a:r>
            <a:r>
              <a:rPr lang="en-US" altLang="zh-CN" sz="1600" dirty="0" err="1" smtClean="0"/>
              <a:t>fd</a:t>
            </a:r>
            <a:r>
              <a:rPr lang="zh-CN" altLang="en-US" sz="1600" dirty="0" smtClean="0"/>
              <a:t>。</a:t>
            </a:r>
          </a:p>
          <a:p>
            <a:r>
              <a:rPr lang="zh-CN" altLang="en-US" sz="1600" dirty="0" smtClean="0"/>
              <a:t>返回值：成功，返回就绪文件描述符个数。失败返回 </a:t>
            </a:r>
            <a:r>
              <a:rPr lang="en-US" altLang="zh-CN" sz="1600" dirty="0" smtClean="0"/>
              <a:t>- 1</a:t>
            </a:r>
            <a:r>
              <a:rPr lang="zh-CN" altLang="en-US" sz="1600" dirty="0" smtClean="0"/>
              <a:t>，并设置</a:t>
            </a:r>
            <a:r>
              <a:rPr lang="en-US" altLang="zh-CN" sz="1600" dirty="0" err="1" smtClean="0"/>
              <a:t>errno</a:t>
            </a:r>
            <a:endParaRPr lang="en-US" altLang="zh-CN" sz="1600" dirty="0" smtClean="0"/>
          </a:p>
          <a:p>
            <a:r>
              <a:rPr lang="en-US" altLang="zh-CN" sz="1600" dirty="0" smtClean="0"/>
              <a:t>(1) </a:t>
            </a:r>
            <a:r>
              <a:rPr lang="en-US" altLang="zh-CN" sz="1600" dirty="0" err="1" smtClean="0"/>
              <a:t>epfd</a:t>
            </a:r>
            <a:r>
              <a:rPr lang="zh-CN" altLang="en-US" sz="1600" dirty="0" smtClean="0"/>
              <a:t>：</a:t>
            </a:r>
            <a:r>
              <a:rPr lang="en-US" altLang="zh-CN" sz="1600" dirty="0" err="1" smtClean="0"/>
              <a:t>epoll_create</a:t>
            </a:r>
            <a:r>
              <a:rPr lang="zh-CN" altLang="en-US" sz="1600" dirty="0" smtClean="0"/>
              <a:t>创建的</a:t>
            </a:r>
            <a:r>
              <a:rPr lang="en-US" altLang="zh-CN" sz="1600" dirty="0" err="1" smtClean="0"/>
              <a:t>epollfd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en-US" altLang="zh-CN" sz="1600" dirty="0" smtClean="0"/>
              <a:t>(2) events</a:t>
            </a:r>
            <a:r>
              <a:rPr lang="zh-CN" altLang="en-US" sz="1600" dirty="0" smtClean="0"/>
              <a:t>：一个数组，若检测到某</a:t>
            </a:r>
            <a:r>
              <a:rPr lang="en-US" altLang="zh-CN" sz="1600" dirty="0" err="1" smtClean="0"/>
              <a:t>fd</a:t>
            </a:r>
            <a:r>
              <a:rPr lang="zh-CN" altLang="en-US" sz="1600" dirty="0" smtClean="0"/>
              <a:t>处于就绪状态，将事件从内核事件表复制到该数组。</a:t>
            </a:r>
          </a:p>
          <a:p>
            <a:r>
              <a:rPr lang="en-US" altLang="zh-CN" sz="1600" dirty="0" smtClean="0"/>
              <a:t>(3) </a:t>
            </a:r>
            <a:r>
              <a:rPr lang="en-US" altLang="zh-CN" sz="1600" dirty="0" err="1" smtClean="0"/>
              <a:t>maxevents</a:t>
            </a:r>
            <a:r>
              <a:rPr lang="zh-CN" altLang="en-US" sz="1600" dirty="0" smtClean="0"/>
              <a:t>：指定最多监听多少事件。</a:t>
            </a:r>
          </a:p>
          <a:p>
            <a:r>
              <a:rPr lang="en-US" altLang="zh-CN" sz="1600" dirty="0" smtClean="0"/>
              <a:t>(4) timeout</a:t>
            </a:r>
            <a:r>
              <a:rPr lang="zh-CN" altLang="en-US" sz="1600" dirty="0" smtClean="0"/>
              <a:t>：</a:t>
            </a:r>
            <a:r>
              <a:rPr lang="en-US" altLang="zh-CN" sz="1600" dirty="0" err="1" smtClean="0"/>
              <a:t>epoll</a:t>
            </a:r>
            <a:r>
              <a:rPr lang="zh-CN" altLang="en-US" sz="1600" dirty="0" smtClean="0"/>
              <a:t>超时时间，单位毫秒。</a:t>
            </a:r>
          </a:p>
          <a:p>
            <a:r>
              <a:rPr lang="zh-CN" altLang="en-US" sz="1600" dirty="0" smtClean="0"/>
              <a:t>为 </a:t>
            </a:r>
            <a:r>
              <a:rPr lang="en-US" altLang="zh-CN" sz="1600" dirty="0" smtClean="0"/>
              <a:t>-1</a:t>
            </a:r>
            <a:r>
              <a:rPr lang="zh-CN" altLang="en-US" sz="1600" dirty="0" smtClean="0"/>
              <a:t>表示阻塞，为</a:t>
            </a:r>
            <a:r>
              <a:rPr lang="en-US" altLang="zh-CN" sz="1600" dirty="0" smtClean="0"/>
              <a:t>0</a:t>
            </a:r>
            <a:r>
              <a:rPr lang="zh-CN" altLang="en-US" sz="1600" dirty="0" smtClean="0"/>
              <a:t>表示非阻塞，其他值表示超时时间。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zh-CN" dirty="0" err="1" smtClean="0"/>
              <a:t>epollServer</a:t>
            </a:r>
            <a:r>
              <a:rPr lang="en-US" altLang="zh-CN" dirty="0" smtClean="0"/>
              <a:t> </a:t>
            </a:r>
            <a:r>
              <a:rPr lang="zh-CN" altLang="en-US" dirty="0" smtClean="0"/>
              <a:t>实战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196752"/>
            <a:ext cx="8219256" cy="5361459"/>
          </a:xfrm>
        </p:spPr>
        <p:txBody>
          <a:bodyPr>
            <a:normAutofit/>
          </a:bodyPr>
          <a:lstStyle/>
          <a:p>
            <a:r>
              <a:rPr lang="en-US" altLang="zh-CN" sz="1600" dirty="0" err="1" smtClean="0"/>
              <a:t>Epoll</a:t>
            </a:r>
            <a:r>
              <a:rPr lang="zh-CN" altLang="en-US" sz="1600" dirty="0" smtClean="0"/>
              <a:t>编程伪代码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en-US" altLang="zh-CN" sz="1600" dirty="0" smtClean="0"/>
              <a:t>1</a:t>
            </a:r>
            <a:r>
              <a:rPr lang="zh-CN" altLang="en-US" sz="1600" dirty="0" smtClean="0"/>
              <a:t>、管理线程主要用于</a:t>
            </a:r>
            <a:r>
              <a:rPr lang="en-US" altLang="zh-CN" sz="1600" dirty="0" err="1" smtClean="0"/>
              <a:t>epollwait</a:t>
            </a:r>
            <a:r>
              <a:rPr lang="en-US" altLang="zh-CN" sz="1600" dirty="0" smtClean="0"/>
              <a:t>  </a:t>
            </a:r>
            <a:r>
              <a:rPr lang="zh-CN" altLang="en-US" sz="1600" dirty="0" smtClean="0"/>
              <a:t>监听</a:t>
            </a:r>
            <a:r>
              <a:rPr lang="en-US" altLang="zh-CN" sz="1600" dirty="0" err="1" smtClean="0"/>
              <a:t>socekt</a:t>
            </a:r>
            <a:r>
              <a:rPr lang="en-US" altLang="zh-CN" sz="1600" dirty="0" smtClean="0"/>
              <a:t> </a:t>
            </a:r>
            <a:r>
              <a:rPr lang="zh-CN" altLang="en-US" sz="1600" dirty="0" smtClean="0"/>
              <a:t>监听</a:t>
            </a:r>
            <a:r>
              <a:rPr lang="en-US" altLang="zh-CN" sz="1600" dirty="0" err="1" smtClean="0"/>
              <a:t>epollin</a:t>
            </a:r>
            <a:endParaRPr lang="en-US" altLang="zh-CN" sz="1600" dirty="0" smtClean="0"/>
          </a:p>
          <a:p>
            <a:r>
              <a:rPr lang="en-US" altLang="zh-CN" sz="1600" dirty="0" smtClean="0"/>
              <a:t>     </a:t>
            </a:r>
            <a:r>
              <a:rPr lang="zh-CN" altLang="en-US" sz="1600" dirty="0" smtClean="0"/>
              <a:t>然后分发事件给工作线程处理 其他什么事情都不干。。。</a:t>
            </a:r>
            <a:endParaRPr lang="en-US" altLang="zh-CN" sz="1600" dirty="0" smtClean="0"/>
          </a:p>
          <a:p>
            <a:r>
              <a:rPr lang="en-US" altLang="zh-CN" sz="1600" dirty="0" smtClean="0"/>
              <a:t>2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accept</a:t>
            </a:r>
            <a:r>
              <a:rPr lang="zh-CN" altLang="en-US" sz="1600" dirty="0" smtClean="0"/>
              <a:t>线程主要用于接受新的连接。没有新的连接就休眠</a:t>
            </a:r>
            <a:endParaRPr lang="en-US" altLang="zh-CN" sz="1600" dirty="0" smtClean="0"/>
          </a:p>
          <a:p>
            <a:r>
              <a:rPr lang="en-US" altLang="zh-CN" sz="1600" dirty="0" smtClean="0"/>
              <a:t>3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recv</a:t>
            </a:r>
            <a:r>
              <a:rPr lang="zh-CN" altLang="en-US" sz="1600" dirty="0" smtClean="0"/>
              <a:t>线程主要用于接受新的数据。没有数据可以接受就休眠</a:t>
            </a:r>
            <a:endParaRPr lang="en-US" altLang="zh-CN" sz="1600" dirty="0" smtClean="0"/>
          </a:p>
          <a:p>
            <a:r>
              <a:rPr lang="en-US" altLang="zh-CN" sz="1600" dirty="0" smtClean="0"/>
              <a:t>4</a:t>
            </a:r>
            <a:r>
              <a:rPr lang="zh-CN" altLang="en-US" sz="1600" dirty="0" smtClean="0"/>
              <a:t>、发送数据在业务线程 想什么时候发就什么时候发 不受限制</a:t>
            </a:r>
            <a:endParaRPr lang="en-US" altLang="zh-CN" sz="1600" dirty="0" smtClean="0"/>
          </a:p>
          <a:p>
            <a:r>
              <a:rPr lang="en-US" altLang="zh-CN" sz="1600" dirty="0" smtClean="0"/>
              <a:t>     </a:t>
            </a:r>
          </a:p>
          <a:p>
            <a:endParaRPr lang="zh-CN" alt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953</Words>
  <Application>Microsoft Office PowerPoint</Application>
  <PresentationFormat>全屏显示(4:3)</PresentationFormat>
  <Paragraphs>70</Paragraphs>
  <Slides>10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Linux服务器 epollServer </vt:lpstr>
      <vt:lpstr>Epoll 工作原理 </vt:lpstr>
      <vt:lpstr>工作队列  操作系统为了支持多任务，实现了进程调度的功能，会把进程分为“运行”和“等待”等几种状态。运行状态是进程获得cpu使用权；等待状态是阻塞状态 操作 等待列表 socket对象包含发送缓冲区、接收缓冲区、等待队列等成员。等待队列指向所有需要等待该socket事件的进程。 recv 阻塞   </vt:lpstr>
      <vt:lpstr>select设计思想 预先传入一个你想获取可读可写事件的socket列表，当调用select函数后内核会先遍历一次socket列表 ，查看列表中的socekt，没有数据 阻塞进程，直到有一个socket收到数据，唤醒进程.然后再遍历获取事件 如果列表中socket有数据select会直接返回，再遍历获取数据 int fds[] = {100,101,102} //存放需要监听可读可写事件的socket 数组 int n = select(..., fds, ...)  for(接收到数据的socket)  if(FD_ISSET ) 获取数据 </vt:lpstr>
      <vt:lpstr>int epollfd = epoll_create(fdsize)  调用epoll_create方法时，内核会创建一个eventpoll对象 1、wq      等待队列 用于保存当前阻塞的线程 用于可读可写时唤醒队列中的线程 2、rbr      红黑树 用于保存监视的socket事件 3、rdlist  就绪队列 双向链表 用于保存可读可写就绪事件的socket</vt:lpstr>
      <vt:lpstr>幻灯片 6</vt:lpstr>
      <vt:lpstr>epoll_ctl()</vt:lpstr>
      <vt:lpstr>epoll的两种触发模式 </vt:lpstr>
      <vt:lpstr>epoll_wait</vt:lpstr>
      <vt:lpstr>epollServer 实战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Linux服务器 epollServer </dc:title>
  <cp:lastModifiedBy>admin</cp:lastModifiedBy>
  <cp:revision>164</cp:revision>
  <dcterms:modified xsi:type="dcterms:W3CDTF">2020-03-07T23:44:09Z</dcterms:modified>
</cp:coreProperties>
</file>