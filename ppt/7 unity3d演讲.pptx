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5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85786" y="0"/>
            <a:ext cx="7772400" cy="1470025"/>
          </a:xfrm>
        </p:spPr>
        <p:txBody>
          <a:bodyPr/>
          <a:lstStyle/>
          <a:p>
            <a:r>
              <a:rPr lang="en-US" altLang="zh-CN" dirty="0" smtClean="0"/>
              <a:t> unity3d </a:t>
            </a:r>
            <a:r>
              <a:rPr lang="zh-CN" altLang="en-US" dirty="0" smtClean="0"/>
              <a:t>底层通信框架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42910" y="1142984"/>
            <a:ext cx="8143932" cy="5286412"/>
          </a:xfrm>
        </p:spPr>
        <p:txBody>
          <a:bodyPr/>
          <a:lstStyle/>
          <a:p>
            <a:pPr algn="l"/>
            <a:r>
              <a:rPr lang="en-US" altLang="zh-CN" dirty="0" smtClean="0"/>
              <a:t>1</a:t>
            </a:r>
            <a:r>
              <a:rPr lang="zh-CN" altLang="en-US" dirty="0" smtClean="0"/>
              <a:t>、数据定义</a:t>
            </a:r>
            <a:r>
              <a:rPr lang="en-US" altLang="zh-CN" dirty="0" err="1" smtClean="0"/>
              <a:t>ConfigXML</a:t>
            </a:r>
            <a:r>
              <a:rPr lang="en-US" altLang="zh-CN" dirty="0" smtClean="0"/>
              <a:t>  S_SERVER_BASE</a:t>
            </a:r>
          </a:p>
          <a:p>
            <a:pPr algn="l"/>
            <a:r>
              <a:rPr lang="en-US" altLang="zh-CN" dirty="0" smtClean="0"/>
              <a:t>2</a:t>
            </a:r>
            <a:r>
              <a:rPr lang="zh-CN" altLang="en-US" dirty="0" smtClean="0"/>
              <a:t>、使用</a:t>
            </a:r>
            <a:r>
              <a:rPr lang="en-US" altLang="zh-CN" dirty="0" err="1" smtClean="0"/>
              <a:t>c#TcpClient</a:t>
            </a:r>
            <a:r>
              <a:rPr lang="en-US" altLang="zh-CN" dirty="0" smtClean="0"/>
              <a:t> </a:t>
            </a:r>
          </a:p>
          <a:p>
            <a:pPr algn="l"/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TcpClient</a:t>
            </a:r>
            <a:r>
              <a:rPr lang="en-US" altLang="zh-CN" dirty="0" smtClean="0"/>
              <a:t> </a:t>
            </a:r>
            <a:r>
              <a:rPr lang="zh-CN" altLang="en-US" dirty="0" smtClean="0"/>
              <a:t>连接服务器</a:t>
            </a:r>
          </a:p>
          <a:p>
            <a:pPr algn="l"/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TcpClient</a:t>
            </a:r>
            <a:r>
              <a:rPr lang="en-US" altLang="zh-CN" dirty="0" smtClean="0"/>
              <a:t> </a:t>
            </a:r>
            <a:r>
              <a:rPr lang="zh-CN" altLang="en-US" dirty="0" smtClean="0"/>
              <a:t>接收数据</a:t>
            </a:r>
          </a:p>
          <a:p>
            <a:pPr algn="l"/>
            <a:r>
              <a:rPr lang="en-US" altLang="zh-CN" dirty="0" smtClean="0"/>
              <a:t>5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TcpClient</a:t>
            </a:r>
            <a:r>
              <a:rPr lang="en-US" altLang="zh-CN" dirty="0" smtClean="0"/>
              <a:t> </a:t>
            </a:r>
            <a:r>
              <a:rPr lang="zh-CN" altLang="en-US" dirty="0" smtClean="0"/>
              <a:t>发送数据</a:t>
            </a:r>
          </a:p>
          <a:p>
            <a:pPr algn="l"/>
            <a:r>
              <a:rPr lang="en-US" altLang="zh-CN" dirty="0" smtClean="0"/>
              <a:t>6</a:t>
            </a:r>
            <a:r>
              <a:rPr lang="zh-CN" altLang="en-US" dirty="0" smtClean="0"/>
              <a:t>、解包 封包</a:t>
            </a:r>
          </a:p>
          <a:p>
            <a:pPr algn="l"/>
            <a:r>
              <a:rPr lang="en-US" altLang="zh-CN" dirty="0" smtClean="0"/>
              <a:t>7</a:t>
            </a:r>
            <a:r>
              <a:rPr lang="zh-CN" altLang="en-US" dirty="0" smtClean="0"/>
              <a:t>、与服务器交互测试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、数据定义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、数据定义 </a:t>
            </a:r>
            <a:r>
              <a:rPr lang="en-US" altLang="zh-CN" dirty="0" err="1" smtClean="0"/>
              <a:t>ConfigXML</a:t>
            </a:r>
            <a:r>
              <a:rPr lang="en-US" altLang="zh-CN" dirty="0" smtClean="0"/>
              <a:t>  </a:t>
            </a:r>
          </a:p>
          <a:p>
            <a:r>
              <a:rPr lang="zh-CN" altLang="en-US" dirty="0" smtClean="0"/>
              <a:t>直接</a:t>
            </a:r>
            <a:r>
              <a:rPr lang="en-US" altLang="zh-CN" dirty="0" smtClean="0"/>
              <a:t>copy C++</a:t>
            </a:r>
            <a:r>
              <a:rPr lang="zh-CN" altLang="en-US" dirty="0" smtClean="0"/>
              <a:t>版本的结构体修改</a:t>
            </a:r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S_SERVER_BASE</a:t>
            </a:r>
            <a:endParaRPr lang="en-US" altLang="zh-CN" dirty="0" smtClean="0"/>
          </a:p>
          <a:p>
            <a:r>
              <a:rPr lang="zh-CN" altLang="en-US" dirty="0" smtClean="0"/>
              <a:t>直接</a:t>
            </a:r>
            <a:r>
              <a:rPr lang="en-US" altLang="zh-CN" dirty="0" smtClean="0"/>
              <a:t>copy 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版本的结构体修改</a:t>
            </a:r>
          </a:p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TcpClient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tcp</a:t>
            </a:r>
            <a:r>
              <a:rPr lang="en-US" altLang="zh-CN" dirty="0" smtClean="0"/>
              <a:t>;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TcpClient</a:t>
            </a:r>
            <a:r>
              <a:rPr lang="zh-CN" altLang="en-US" dirty="0" smtClean="0"/>
              <a:t>连接服务器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928670"/>
            <a:ext cx="8501122" cy="5197493"/>
          </a:xfrm>
        </p:spPr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AutoConnect</a:t>
            </a:r>
            <a:endParaRPr lang="en-US" altLang="zh-CN" dirty="0" smtClean="0"/>
          </a:p>
          <a:p>
            <a:r>
              <a:rPr lang="zh-CN" altLang="en-US" dirty="0" smtClean="0"/>
              <a:t>自动连接</a:t>
            </a:r>
            <a:r>
              <a:rPr lang="en-US" altLang="zh-CN" dirty="0" err="1" smtClean="0"/>
              <a:t>Api</a:t>
            </a:r>
            <a:r>
              <a:rPr lang="en-US" altLang="zh-CN" dirty="0" smtClean="0"/>
              <a:t> </a:t>
            </a:r>
            <a:r>
              <a:rPr lang="zh-CN" altLang="en-US" dirty="0" smtClean="0"/>
              <a:t>放在更新函数里面 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ConnectServer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err="1" smtClean="0"/>
              <a:t>tcp.BeginConnect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data.IP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data.port</a:t>
            </a:r>
            <a:r>
              <a:rPr lang="en-US" altLang="zh-CN" dirty="0" smtClean="0"/>
              <a:t>, new </a:t>
            </a:r>
            <a:r>
              <a:rPr lang="en-US" altLang="zh-CN" dirty="0" err="1" smtClean="0"/>
              <a:t>AsyncCallback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AsyncBeginConnect</a:t>
            </a:r>
            <a:r>
              <a:rPr lang="en-US" altLang="zh-CN" dirty="0" smtClean="0"/>
              <a:t>), data</a:t>
            </a:r>
            <a:r>
              <a:rPr lang="en-US" altLang="zh-CN" dirty="0" smtClean="0"/>
              <a:t>);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、异步</a:t>
            </a:r>
            <a:r>
              <a:rPr lang="en-US" altLang="zh-CN" dirty="0" smtClean="0"/>
              <a:t>API </a:t>
            </a:r>
          </a:p>
          <a:p>
            <a:r>
              <a:rPr lang="en-US" altLang="zh-CN" dirty="0" smtClean="0"/>
              <a:t>private </a:t>
            </a:r>
            <a:r>
              <a:rPr lang="en-US" altLang="zh-CN" dirty="0" smtClean="0"/>
              <a:t>void </a:t>
            </a:r>
            <a:r>
              <a:rPr lang="en-US" altLang="zh-CN" dirty="0" err="1" smtClean="0"/>
              <a:t>AsyncBeginConnect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IAsyncResult</a:t>
            </a:r>
            <a:r>
              <a:rPr lang="en-US" altLang="zh-CN" dirty="0" smtClean="0"/>
              <a:t> state)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TcpClient</a:t>
            </a:r>
            <a:r>
              <a:rPr lang="zh-CN" altLang="en-US" dirty="0" smtClean="0"/>
              <a:t>接收数据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1071546"/>
            <a:ext cx="8186766" cy="5054617"/>
          </a:xfrm>
        </p:spPr>
        <p:txBody>
          <a:bodyPr>
            <a:normAutofit/>
          </a:bodyPr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、定义一个</a:t>
            </a:r>
            <a:r>
              <a:rPr lang="en-US" altLang="zh-CN" sz="1400" dirty="0" err="1" smtClean="0"/>
              <a:t>onRecv</a:t>
            </a:r>
            <a:r>
              <a:rPr lang="en-US" altLang="zh-CN" sz="1400" dirty="0" smtClean="0"/>
              <a:t> API</a:t>
            </a:r>
          </a:p>
          <a:p>
            <a:r>
              <a:rPr lang="zh-CN" altLang="en-US" sz="1400" dirty="0" smtClean="0"/>
              <a:t>这个函数也是放在更新函数里不停的调用</a:t>
            </a:r>
            <a:endParaRPr lang="en-US" altLang="zh-CN" sz="1400" dirty="0" smtClean="0"/>
          </a:p>
          <a:p>
            <a:r>
              <a:rPr lang="en-US" altLang="zh-CN" sz="1500" dirty="0" err="1" smtClean="0"/>
              <a:t>NetworkStream</a:t>
            </a:r>
            <a:r>
              <a:rPr lang="en-US" altLang="zh-CN" sz="1500" dirty="0" smtClean="0"/>
              <a:t> ns = </a:t>
            </a:r>
            <a:r>
              <a:rPr lang="en-US" altLang="zh-CN" sz="1500" dirty="0" err="1" smtClean="0"/>
              <a:t>tcp.GetStream</a:t>
            </a:r>
            <a:r>
              <a:rPr lang="en-US" altLang="zh-CN" sz="1500" dirty="0" smtClean="0"/>
              <a:t>();</a:t>
            </a:r>
          </a:p>
          <a:p>
            <a:r>
              <a:rPr lang="en-US" altLang="zh-CN" sz="1500" dirty="0" smtClean="0"/>
              <a:t>if(</a:t>
            </a:r>
            <a:r>
              <a:rPr lang="en-US" altLang="zh-CN" sz="1500" dirty="0" err="1" smtClean="0"/>
              <a:t>ns.CanRead</a:t>
            </a:r>
            <a:r>
              <a:rPr lang="en-US" altLang="zh-CN" sz="1500" dirty="0" smtClean="0"/>
              <a:t>)</a:t>
            </a:r>
          </a:p>
          <a:p>
            <a:r>
              <a:rPr lang="zh-CN" altLang="en-US" sz="1500" dirty="0" smtClean="0"/>
              <a:t>            </a:t>
            </a:r>
            <a:r>
              <a:rPr lang="en-US" altLang="zh-CN" sz="1500" dirty="0" smtClean="0"/>
              <a:t>{</a:t>
            </a:r>
          </a:p>
          <a:p>
            <a:r>
              <a:rPr lang="en-US" altLang="zh-CN" sz="1500" dirty="0" smtClean="0"/>
              <a:t>                </a:t>
            </a:r>
            <a:r>
              <a:rPr lang="en-US" altLang="zh-CN" sz="1500" dirty="0" err="1" smtClean="0"/>
              <a:t>data.is_Reading</a:t>
            </a:r>
            <a:r>
              <a:rPr lang="en-US" altLang="zh-CN" sz="1500" dirty="0" smtClean="0"/>
              <a:t> = true;</a:t>
            </a:r>
          </a:p>
          <a:p>
            <a:r>
              <a:rPr lang="en-US" altLang="zh-CN" sz="1500" dirty="0" smtClean="0"/>
              <a:t>                </a:t>
            </a:r>
            <a:r>
              <a:rPr lang="en-US" altLang="zh-CN" sz="1500" dirty="0" err="1" smtClean="0"/>
              <a:t>ns.BeginRead</a:t>
            </a:r>
            <a:r>
              <a:rPr lang="en-US" altLang="zh-CN" sz="1500" dirty="0" smtClean="0"/>
              <a:t>(data.recvBuf_Temp,0,ConfigXML.xml.ReceOne, </a:t>
            </a:r>
            <a:r>
              <a:rPr lang="en-US" altLang="zh-CN" sz="1500" dirty="0" smtClean="0"/>
              <a:t>new </a:t>
            </a:r>
            <a:r>
              <a:rPr lang="en-US" altLang="zh-CN" sz="1500" dirty="0" err="1" smtClean="0"/>
              <a:t>AsyncCallback</a:t>
            </a:r>
            <a:r>
              <a:rPr lang="en-US" altLang="zh-CN" sz="1500" dirty="0" smtClean="0"/>
              <a:t>(</a:t>
            </a:r>
            <a:r>
              <a:rPr lang="en-US" altLang="zh-CN" sz="1500" dirty="0" err="1" smtClean="0"/>
              <a:t>AsyncBeginRecv</a:t>
            </a:r>
            <a:r>
              <a:rPr lang="en-US" altLang="zh-CN" sz="1500" dirty="0" smtClean="0"/>
              <a:t>), </a:t>
            </a:r>
            <a:r>
              <a:rPr lang="en-US" altLang="zh-CN" sz="1500" dirty="0" smtClean="0"/>
              <a:t>data);</a:t>
            </a:r>
          </a:p>
          <a:p>
            <a:r>
              <a:rPr lang="zh-CN" altLang="en-US" sz="1500" dirty="0" smtClean="0"/>
              <a:t>            </a:t>
            </a:r>
            <a:r>
              <a:rPr lang="en-US" altLang="zh-CN" sz="1500" dirty="0" smtClean="0"/>
              <a:t>}</a:t>
            </a:r>
          </a:p>
          <a:p>
            <a:endParaRPr lang="en-US" altLang="zh-CN" sz="1500" dirty="0" smtClean="0"/>
          </a:p>
          <a:p>
            <a:r>
              <a:rPr lang="en-US" altLang="zh-CN" sz="1500" dirty="0" smtClean="0"/>
              <a:t>2</a:t>
            </a:r>
            <a:r>
              <a:rPr lang="zh-CN" altLang="en-US" sz="1500" dirty="0" smtClean="0"/>
              <a:t>、异步</a:t>
            </a:r>
            <a:r>
              <a:rPr lang="en-US" altLang="zh-CN" sz="1500" dirty="0" smtClean="0"/>
              <a:t>API </a:t>
            </a:r>
          </a:p>
          <a:p>
            <a:r>
              <a:rPr lang="en-US" altLang="zh-CN" sz="1600" dirty="0" smtClean="0"/>
              <a:t>private void </a:t>
            </a:r>
            <a:r>
              <a:rPr lang="en-US" altLang="zh-CN" sz="1600" dirty="0" err="1" smtClean="0"/>
              <a:t>AsyncBeginRecv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IAsyncResult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ar</a:t>
            </a:r>
            <a:r>
              <a:rPr lang="en-US" altLang="zh-CN" sz="1600" dirty="0" smtClean="0"/>
              <a:t>)</a:t>
            </a:r>
            <a:endParaRPr lang="zh-CN" alt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TcpClientf</a:t>
            </a:r>
            <a:r>
              <a:rPr lang="zh-CN" altLang="en-US" dirty="0" smtClean="0"/>
              <a:t>发送数据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、定义一个</a:t>
            </a:r>
            <a:r>
              <a:rPr lang="en-US" altLang="zh-CN" dirty="0" err="1" smtClean="0"/>
              <a:t>onSend</a:t>
            </a:r>
            <a:r>
              <a:rPr lang="en-US" altLang="zh-CN" dirty="0" smtClean="0"/>
              <a:t> </a:t>
            </a:r>
            <a:r>
              <a:rPr lang="en-US" altLang="zh-CN" dirty="0" smtClean="0"/>
              <a:t>API</a:t>
            </a:r>
          </a:p>
          <a:p>
            <a:r>
              <a:rPr lang="zh-CN" altLang="en-US" dirty="0" smtClean="0"/>
              <a:t>这个函数也是放在更新函数里不停的</a:t>
            </a:r>
            <a:r>
              <a:rPr lang="zh-CN" altLang="en-US" dirty="0" smtClean="0"/>
              <a:t>调用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err="1" smtClean="0"/>
              <a:t>NetworkStream</a:t>
            </a:r>
            <a:r>
              <a:rPr lang="en-US" altLang="zh-CN" dirty="0" smtClean="0"/>
              <a:t> ns = </a:t>
            </a:r>
            <a:r>
              <a:rPr lang="en-US" altLang="zh-CN" dirty="0" err="1" smtClean="0"/>
              <a:t>tcp.GetStream</a:t>
            </a:r>
            <a:r>
              <a:rPr lang="en-US" altLang="zh-CN" dirty="0" smtClean="0"/>
              <a:t>();</a:t>
            </a:r>
          </a:p>
          <a:p>
            <a:r>
              <a:rPr lang="en-US" altLang="zh-CN" dirty="0" err="1" smtClean="0"/>
              <a:t>ns.BeginWrite</a:t>
            </a:r>
            <a:r>
              <a:rPr lang="en-US" altLang="zh-CN" dirty="0" smtClean="0"/>
              <a:t>(data.sendBuf_Temp,0,sendlen, new </a:t>
            </a:r>
            <a:r>
              <a:rPr lang="en-US" altLang="zh-CN" dirty="0" err="1" smtClean="0"/>
              <a:t>AsyncCallback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AsyncBeginSend</a:t>
            </a:r>
            <a:r>
              <a:rPr lang="en-US" altLang="zh-CN" dirty="0" smtClean="0"/>
              <a:t>), data</a:t>
            </a:r>
            <a:r>
              <a:rPr lang="en-US" altLang="zh-CN" dirty="0" smtClean="0"/>
              <a:t>);</a:t>
            </a:r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、异步</a:t>
            </a:r>
            <a:r>
              <a:rPr lang="en-US" altLang="zh-CN" dirty="0" smtClean="0"/>
              <a:t>API</a:t>
            </a:r>
          </a:p>
          <a:p>
            <a:r>
              <a:rPr lang="en-US" altLang="zh-CN" dirty="0" smtClean="0"/>
              <a:t> private void </a:t>
            </a:r>
            <a:r>
              <a:rPr lang="en-US" altLang="zh-CN" dirty="0" err="1" smtClean="0"/>
              <a:t>AsyncBeginSend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IAsyncResult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ar</a:t>
            </a:r>
            <a:r>
              <a:rPr lang="en-US" altLang="zh-CN" dirty="0" smtClean="0"/>
              <a:t>)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213</Words>
  <PresentationFormat>全屏显示(4:3)</PresentationFormat>
  <Paragraphs>40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</vt:lpstr>
      <vt:lpstr> unity3d 底层通信框架</vt:lpstr>
      <vt:lpstr>1、数据定义</vt:lpstr>
      <vt:lpstr>2、TcpClient连接服务器 </vt:lpstr>
      <vt:lpstr>2、TcpClient接收数据</vt:lpstr>
      <vt:lpstr>3、TcpClientf发送数据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unity3d 底层通信框架</dc:title>
  <dc:creator>admin</dc:creator>
  <cp:lastModifiedBy>admin</cp:lastModifiedBy>
  <cp:revision>9</cp:revision>
  <dcterms:created xsi:type="dcterms:W3CDTF">2020-04-05T09:21:42Z</dcterms:created>
  <dcterms:modified xsi:type="dcterms:W3CDTF">2020-04-05T09:59:14Z</dcterms:modified>
</cp:coreProperties>
</file>