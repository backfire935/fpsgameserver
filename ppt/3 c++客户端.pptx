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60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28662" y="1"/>
            <a:ext cx="7700962" cy="1071546"/>
          </a:xfrm>
        </p:spPr>
        <p:txBody>
          <a:bodyPr/>
          <a:lstStyle/>
          <a:p>
            <a:r>
              <a:rPr lang="en-US" altLang="zh-CN" dirty="0" smtClean="0"/>
              <a:t>C++</a:t>
            </a:r>
            <a:r>
              <a:rPr lang="zh-CN" altLang="en-US" dirty="0" smtClean="0"/>
              <a:t>客户端</a:t>
            </a:r>
            <a:r>
              <a:rPr lang="en-US" altLang="zh-CN" dirty="0" smtClean="0"/>
              <a:t>-Windows</a:t>
            </a:r>
            <a:r>
              <a:rPr lang="zh-CN" altLang="en-US" dirty="0" smtClean="0"/>
              <a:t>、</a:t>
            </a:r>
            <a:r>
              <a:rPr lang="en-US" altLang="zh-CN" dirty="0" smtClean="0"/>
              <a:t>Linux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14282" y="785794"/>
            <a:ext cx="8786874" cy="5929354"/>
          </a:xfrm>
        </p:spPr>
        <p:txBody>
          <a:bodyPr/>
          <a:lstStyle/>
          <a:p>
            <a:pPr algn="l"/>
            <a:r>
              <a:rPr lang="en-US" altLang="zh-CN" sz="2000" dirty="0" smtClean="0"/>
              <a:t>1</a:t>
            </a:r>
            <a:r>
              <a:rPr lang="zh-CN" altLang="en-US" sz="2000" dirty="0" smtClean="0"/>
              <a:t>、定义连接服务器数据结构体</a:t>
            </a:r>
            <a:endParaRPr lang="en-US" altLang="zh-CN" sz="2000" dirty="0" smtClean="0"/>
          </a:p>
          <a:p>
            <a:pPr algn="l"/>
            <a:r>
              <a:rPr lang="en-US" altLang="zh-CN" sz="2000" dirty="0" smtClean="0"/>
              <a:t>2</a:t>
            </a:r>
            <a:r>
              <a:rPr lang="zh-CN" altLang="en-US" sz="2000" dirty="0" smtClean="0"/>
              <a:t>、通信客户端纯虚类</a:t>
            </a:r>
            <a:r>
              <a:rPr lang="en-US" altLang="zh-CN" sz="2000" dirty="0" err="1" smtClean="0"/>
              <a:t>ITcpClient</a:t>
            </a:r>
            <a:endParaRPr lang="en-US" altLang="zh-CN" sz="2000" dirty="0" smtClean="0"/>
          </a:p>
          <a:p>
            <a:pPr algn="l"/>
            <a:r>
              <a:rPr lang="en-US" altLang="zh-CN" sz="2000" dirty="0" smtClean="0"/>
              <a:t>3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TcpClient</a:t>
            </a:r>
            <a:r>
              <a:rPr lang="zh-CN" altLang="en-US" sz="2000" dirty="0" smtClean="0"/>
              <a:t>子类定义</a:t>
            </a:r>
            <a:endParaRPr lang="en-US" altLang="zh-CN" sz="2000" dirty="0" smtClean="0"/>
          </a:p>
          <a:p>
            <a:pPr algn="l"/>
            <a:r>
              <a:rPr lang="en-US" altLang="zh-CN" sz="2000" dirty="0" smtClean="0"/>
              <a:t>4</a:t>
            </a:r>
            <a:r>
              <a:rPr lang="zh-CN" altLang="en-US" sz="2000" dirty="0" smtClean="0"/>
              <a:t>、工作线程</a:t>
            </a:r>
            <a:endParaRPr lang="en-US" altLang="zh-CN" sz="2000" dirty="0" smtClean="0"/>
          </a:p>
          <a:p>
            <a:pPr algn="l"/>
            <a:r>
              <a:rPr lang="en-US" altLang="zh-CN" sz="2000" dirty="0" smtClean="0"/>
              <a:t>5</a:t>
            </a:r>
            <a:r>
              <a:rPr lang="zh-CN" altLang="en-US" sz="2000" dirty="0" smtClean="0"/>
              <a:t>、</a:t>
            </a:r>
            <a:r>
              <a:rPr lang="zh-CN" altLang="en-US" sz="2000" dirty="0" smtClean="0"/>
              <a:t>初始化</a:t>
            </a:r>
            <a:r>
              <a:rPr lang="en-US" altLang="zh-CN" sz="2000" dirty="0" smtClean="0"/>
              <a:t>socket</a:t>
            </a:r>
          </a:p>
          <a:p>
            <a:pPr algn="l"/>
            <a:r>
              <a:rPr lang="en-US" altLang="zh-CN" sz="2000" dirty="0" smtClean="0"/>
              <a:t>6</a:t>
            </a:r>
            <a:r>
              <a:rPr lang="zh-CN" altLang="en-US" sz="2000" dirty="0" smtClean="0"/>
              <a:t>、</a:t>
            </a:r>
            <a:r>
              <a:rPr lang="zh-CN" altLang="en-US" sz="2000" dirty="0" smtClean="0"/>
              <a:t>连接</a:t>
            </a:r>
            <a:r>
              <a:rPr lang="zh-CN" altLang="en-US" sz="2000" dirty="0" smtClean="0"/>
              <a:t>服务器</a:t>
            </a:r>
            <a:endParaRPr lang="en-US" altLang="zh-CN" sz="2000" dirty="0" smtClean="0"/>
          </a:p>
          <a:p>
            <a:pPr algn="l"/>
            <a:r>
              <a:rPr lang="en-US" altLang="zh-CN" sz="2000" dirty="0" smtClean="0"/>
              <a:t>7</a:t>
            </a:r>
            <a:r>
              <a:rPr lang="zh-CN" altLang="en-US" sz="2000" dirty="0" smtClean="0"/>
              <a:t>、生产者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接收数据</a:t>
            </a:r>
            <a:endParaRPr lang="en-US" altLang="zh-CN" sz="2000" dirty="0" smtClean="0"/>
          </a:p>
          <a:p>
            <a:pPr algn="l"/>
            <a:r>
              <a:rPr lang="en-US" altLang="zh-CN" sz="2000" dirty="0" smtClean="0"/>
              <a:t>8</a:t>
            </a:r>
            <a:r>
              <a:rPr lang="zh-CN" altLang="en-US" sz="2000" dirty="0" smtClean="0"/>
              <a:t>、消费者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发送数据</a:t>
            </a:r>
            <a:endParaRPr lang="en-US" altLang="zh-CN" sz="2000" dirty="0" smtClean="0"/>
          </a:p>
          <a:p>
            <a:pPr algn="l"/>
            <a:r>
              <a:rPr lang="en-US" altLang="zh-CN" sz="2000" dirty="0" smtClean="0"/>
              <a:t>9</a:t>
            </a:r>
            <a:r>
              <a:rPr lang="zh-CN" altLang="en-US" sz="2000" dirty="0" smtClean="0"/>
              <a:t>、生产者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封包处理</a:t>
            </a:r>
            <a:endParaRPr lang="en-US" altLang="zh-CN" sz="2000" dirty="0" smtClean="0"/>
          </a:p>
          <a:p>
            <a:pPr algn="l"/>
            <a:r>
              <a:rPr lang="en-US" altLang="zh-CN" sz="2000" dirty="0" smtClean="0"/>
              <a:t>10</a:t>
            </a:r>
            <a:r>
              <a:rPr lang="zh-CN" altLang="en-US" sz="2000" dirty="0" smtClean="0"/>
              <a:t>、消费者解包处理</a:t>
            </a:r>
            <a:endParaRPr lang="en-US" altLang="zh-CN" sz="2000" dirty="0" smtClean="0"/>
          </a:p>
          <a:p>
            <a:pPr algn="l"/>
            <a:r>
              <a:rPr lang="en-US" altLang="zh-CN" sz="2000" dirty="0" smtClean="0"/>
              <a:t>11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app</a:t>
            </a:r>
            <a:r>
              <a:rPr lang="zh-CN" altLang="en-US" sz="2000" dirty="0" smtClean="0"/>
              <a:t>管理器</a:t>
            </a:r>
            <a:endParaRPr lang="en-US" altLang="zh-CN" sz="2000" dirty="0" smtClean="0"/>
          </a:p>
          <a:p>
            <a:pPr algn="l"/>
            <a:r>
              <a:rPr lang="en-US" altLang="zh-CN" sz="2000" dirty="0" smtClean="0"/>
              <a:t>12</a:t>
            </a:r>
            <a:r>
              <a:rPr lang="zh-CN" altLang="en-US" sz="2000" dirty="0" smtClean="0"/>
              <a:t>、万人长连接测试</a:t>
            </a:r>
            <a:endParaRPr lang="en-US" altLang="zh-CN" sz="2000" dirty="0" smtClean="0"/>
          </a:p>
          <a:p>
            <a:pPr algn="l"/>
            <a:r>
              <a:rPr lang="en-US" altLang="zh-CN" sz="2000" dirty="0" smtClean="0"/>
              <a:t>13</a:t>
            </a:r>
            <a:r>
              <a:rPr lang="zh-CN" altLang="en-US" sz="2000" dirty="0" smtClean="0"/>
              <a:t>、</a:t>
            </a:r>
            <a:r>
              <a:rPr lang="en-US" altLang="zh-CN" sz="2000" dirty="0" err="1" smtClean="0"/>
              <a:t>protobuf</a:t>
            </a:r>
            <a:r>
              <a:rPr lang="zh-CN" altLang="en-US" sz="2000" dirty="0" smtClean="0"/>
              <a:t>测试</a:t>
            </a:r>
            <a:endParaRPr lang="en-US" altLang="zh-CN" sz="2000" dirty="0" smtClean="0"/>
          </a:p>
          <a:p>
            <a:pPr algn="l"/>
            <a:endParaRPr lang="en-US" altLang="zh-CN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、连接服务器数据结构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1000108"/>
            <a:ext cx="8329642" cy="5126055"/>
          </a:xfrm>
        </p:spPr>
        <p:txBody>
          <a:bodyPr>
            <a:normAutofit/>
          </a:bodyPr>
          <a:lstStyle/>
          <a:p>
            <a:r>
              <a:rPr lang="en-US" altLang="zh-CN" sz="1800" dirty="0" smtClean="0"/>
              <a:t>1</a:t>
            </a:r>
            <a:r>
              <a:rPr lang="zh-CN" altLang="en-US" sz="1800" dirty="0" smtClean="0"/>
              <a:t>、自定义连接服务器数据结构体</a:t>
            </a:r>
            <a:endParaRPr lang="en-US" altLang="zh-CN" sz="1800" dirty="0" smtClean="0"/>
          </a:p>
          <a:p>
            <a:r>
              <a:rPr lang="en-US" altLang="zh-CN" sz="1800" dirty="0" smtClean="0"/>
              <a:t>S_SERVER_BASE</a:t>
            </a:r>
          </a:p>
          <a:p>
            <a:r>
              <a:rPr lang="zh-CN" altLang="en-US" sz="1800" dirty="0" smtClean="0"/>
              <a:t>基础数据</a:t>
            </a:r>
            <a:endParaRPr lang="en-US" altLang="zh-CN" sz="1800" dirty="0" smtClean="0"/>
          </a:p>
          <a:p>
            <a:r>
              <a:rPr lang="zh-CN" altLang="en-US" sz="1800" dirty="0" smtClean="0"/>
              <a:t>接收数据</a:t>
            </a:r>
            <a:endParaRPr lang="en-US" altLang="zh-CN" sz="1800" dirty="0" smtClean="0"/>
          </a:p>
          <a:p>
            <a:r>
              <a:rPr lang="zh-CN" altLang="en-US" sz="1800" dirty="0" smtClean="0"/>
              <a:t>发送数据</a:t>
            </a:r>
            <a:endParaRPr lang="en-US" altLang="zh-CN" sz="1800" dirty="0" smtClean="0"/>
          </a:p>
          <a:p>
            <a:r>
              <a:rPr lang="zh-CN" altLang="en-US" sz="1800" dirty="0" smtClean="0"/>
              <a:t>时间管理数据</a:t>
            </a:r>
            <a:endParaRPr lang="en-US" altLang="zh-CN" sz="1800" dirty="0" smtClean="0"/>
          </a:p>
          <a:p>
            <a:r>
              <a:rPr lang="en-US" altLang="zh-CN" sz="1800" dirty="0" smtClean="0"/>
              <a:t>2</a:t>
            </a:r>
            <a:r>
              <a:rPr lang="zh-CN" altLang="en-US" sz="1800" dirty="0" smtClean="0"/>
              <a:t>、纯虚类</a:t>
            </a:r>
            <a:r>
              <a:rPr lang="en-US" altLang="zh-CN" sz="1800" dirty="0" err="1" smtClean="0"/>
              <a:t>ITcpClient</a:t>
            </a:r>
            <a:endParaRPr lang="en-US" altLang="zh-CN" sz="1800" dirty="0" smtClean="0"/>
          </a:p>
          <a:p>
            <a:r>
              <a:rPr lang="zh-CN" altLang="en-US" sz="1800" dirty="0" smtClean="0"/>
              <a:t>运行客户端</a:t>
            </a:r>
            <a:endParaRPr lang="en-US" altLang="zh-CN" sz="1800" dirty="0" smtClean="0"/>
          </a:p>
          <a:p>
            <a:r>
              <a:rPr lang="zh-CN" altLang="en-US" sz="1800" dirty="0" smtClean="0"/>
              <a:t>连接服务器</a:t>
            </a:r>
            <a:endParaRPr lang="en-US" altLang="zh-CN" sz="1800" dirty="0" smtClean="0"/>
          </a:p>
          <a:p>
            <a:r>
              <a:rPr lang="zh-CN" altLang="en-US" sz="1800" dirty="0" smtClean="0"/>
              <a:t>失去连接</a:t>
            </a:r>
            <a:endParaRPr lang="en-US" altLang="zh-CN" sz="1800" dirty="0" smtClean="0"/>
          </a:p>
          <a:p>
            <a:r>
              <a:rPr lang="zh-CN" altLang="en-US" sz="1800" dirty="0" smtClean="0"/>
              <a:t>封</a:t>
            </a:r>
            <a:r>
              <a:rPr lang="zh-CN" altLang="en-US" sz="1800" dirty="0" smtClean="0"/>
              <a:t>包</a:t>
            </a:r>
            <a:r>
              <a:rPr lang="en-US" altLang="zh-CN" sz="1800" dirty="0" smtClean="0"/>
              <a:t>API</a:t>
            </a:r>
          </a:p>
          <a:p>
            <a:r>
              <a:rPr lang="zh-CN" altLang="en-US" sz="1800" dirty="0" smtClean="0"/>
              <a:t>解</a:t>
            </a:r>
            <a:r>
              <a:rPr lang="zh-CN" altLang="en-US" sz="1800" dirty="0" smtClean="0"/>
              <a:t>包</a:t>
            </a:r>
            <a:r>
              <a:rPr lang="en-US" altLang="zh-CN" sz="1800" dirty="0" smtClean="0"/>
              <a:t>API</a:t>
            </a:r>
          </a:p>
          <a:p>
            <a:r>
              <a:rPr lang="zh-CN" altLang="en-US" sz="1800" dirty="0" smtClean="0"/>
              <a:t>托管函数指针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TcpClient</a:t>
            </a:r>
            <a:r>
              <a:rPr lang="zh-CN" altLang="en-US" dirty="0" smtClean="0"/>
              <a:t>封装</a:t>
            </a:r>
            <a:r>
              <a:rPr lang="zh-CN" altLang="en-US" dirty="0" smtClean="0"/>
              <a:t>类数据定义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785794"/>
            <a:ext cx="8715436" cy="5929354"/>
          </a:xfrm>
        </p:spPr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、定义</a:t>
            </a:r>
            <a:r>
              <a:rPr lang="en-US" altLang="zh-CN" dirty="0" smtClean="0"/>
              <a:t>socket</a:t>
            </a:r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、定义连接服务器数据 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、工作线程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、函数指针托管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、公用</a:t>
            </a:r>
            <a:r>
              <a:rPr lang="en-US" altLang="zh-CN" dirty="0" smtClean="0"/>
              <a:t>API</a:t>
            </a:r>
            <a:r>
              <a:rPr lang="zh-CN" altLang="en-US" dirty="0" smtClean="0"/>
              <a:t>定义</a:t>
            </a:r>
            <a:endParaRPr lang="en-US" altLang="zh-CN" dirty="0" smtClean="0"/>
          </a:p>
          <a:p>
            <a:r>
              <a:rPr lang="en-US" altLang="zh-CN" dirty="0" smtClean="0"/>
              <a:t>6</a:t>
            </a:r>
            <a:r>
              <a:rPr lang="zh-CN" altLang="en-US" dirty="0" smtClean="0"/>
              <a:t>、实现纯虚函数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0"/>
            <a:ext cx="8186766" cy="654032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、工作线程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642918"/>
            <a:ext cx="8401080" cy="5483245"/>
          </a:xfrm>
        </p:spPr>
        <p:txBody>
          <a:bodyPr>
            <a:normAutofit lnSpcReduction="10000"/>
          </a:bodyPr>
          <a:lstStyle/>
          <a:p>
            <a:r>
              <a:rPr lang="en-US" altLang="zh-CN" sz="1600" dirty="0" smtClean="0"/>
              <a:t>1</a:t>
            </a:r>
            <a:r>
              <a:rPr lang="zh-CN" altLang="en-US" sz="1600" dirty="0" smtClean="0"/>
              <a:t>、创建线程</a:t>
            </a:r>
            <a:r>
              <a:rPr lang="en-US" altLang="zh-CN" sz="1600" dirty="0" err="1" smtClean="0"/>
              <a:t>runThread</a:t>
            </a:r>
            <a:endParaRPr lang="en-US" altLang="zh-CN" sz="1600" dirty="0" smtClean="0"/>
          </a:p>
          <a:p>
            <a:r>
              <a:rPr lang="en-US" altLang="zh-CN" sz="1600" dirty="0" smtClean="0"/>
              <a:t>2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run</a:t>
            </a:r>
            <a:r>
              <a:rPr lang="zh-CN" altLang="en-US" sz="1600" dirty="0" smtClean="0"/>
              <a:t>运行线程</a:t>
            </a:r>
            <a:endParaRPr lang="en-US" altLang="zh-CN" sz="1600" dirty="0" smtClean="0"/>
          </a:p>
          <a:p>
            <a:r>
              <a:rPr lang="en-US" altLang="zh-CN" sz="1600" dirty="0" smtClean="0"/>
              <a:t>While(true)</a:t>
            </a:r>
          </a:p>
          <a:p>
            <a:r>
              <a:rPr lang="en-US" altLang="zh-CN" sz="1600" dirty="0" smtClean="0"/>
              <a:t>{</a:t>
            </a:r>
          </a:p>
          <a:p>
            <a:r>
              <a:rPr lang="en-US" altLang="zh-CN" sz="1600" dirty="0" smtClean="0"/>
              <a:t>//1</a:t>
            </a:r>
            <a:r>
              <a:rPr lang="zh-CN" altLang="en-US" sz="1600" dirty="0" smtClean="0"/>
              <a:t>、尝试连接</a:t>
            </a:r>
          </a:p>
          <a:p>
            <a:r>
              <a:rPr lang="en-US" altLang="zh-CN" sz="1600" dirty="0" smtClean="0"/>
              <a:t>if (c-&gt;state == </a:t>
            </a:r>
            <a:r>
              <a:rPr lang="en-US" altLang="zh-CN" sz="1600" dirty="0" err="1" smtClean="0"/>
              <a:t>func</a:t>
            </a:r>
            <a:r>
              <a:rPr lang="en-US" altLang="zh-CN" sz="1600" dirty="0" smtClean="0"/>
              <a:t>::</a:t>
            </a:r>
            <a:r>
              <a:rPr lang="en-US" altLang="zh-CN" sz="1600" dirty="0" err="1" smtClean="0"/>
              <a:t>C_Free</a:t>
            </a:r>
            <a:r>
              <a:rPr lang="en-US" altLang="zh-CN" sz="1600" dirty="0" smtClean="0"/>
              <a:t>)</a:t>
            </a:r>
          </a:p>
          <a:p>
            <a:r>
              <a:rPr lang="en-US" altLang="zh-CN" sz="1600" dirty="0" smtClean="0"/>
              <a:t> else </a:t>
            </a:r>
            <a:r>
              <a:rPr lang="en-US" altLang="zh-CN" sz="1600" dirty="0" smtClean="0"/>
              <a:t>if (c-&gt;state == </a:t>
            </a:r>
            <a:r>
              <a:rPr lang="en-US" altLang="zh-CN" sz="1600" dirty="0" err="1" smtClean="0"/>
              <a:t>func</a:t>
            </a:r>
            <a:r>
              <a:rPr lang="en-US" altLang="zh-CN" sz="1600" dirty="0" smtClean="0"/>
              <a:t>::</a:t>
            </a:r>
            <a:r>
              <a:rPr lang="en-US" altLang="zh-CN" sz="1600" dirty="0" err="1" smtClean="0"/>
              <a:t>C_ConnectTry</a:t>
            </a:r>
            <a:r>
              <a:rPr lang="en-US" altLang="zh-CN" sz="1600" dirty="0" smtClean="0"/>
              <a:t>);</a:t>
            </a:r>
          </a:p>
          <a:p>
            <a:r>
              <a:rPr lang="en-US" altLang="zh-CN" sz="1600" dirty="0" smtClean="0"/>
              <a:t>if (c-&gt;state &lt; </a:t>
            </a:r>
            <a:r>
              <a:rPr lang="en-US" altLang="zh-CN" sz="1600" dirty="0" err="1" smtClean="0"/>
              <a:t>func</a:t>
            </a:r>
            <a:r>
              <a:rPr lang="en-US" altLang="zh-CN" sz="1600" dirty="0" smtClean="0"/>
              <a:t>::</a:t>
            </a:r>
            <a:r>
              <a:rPr lang="en-US" altLang="zh-CN" sz="1600" dirty="0" err="1" smtClean="0"/>
              <a:t>C_Connect</a:t>
            </a:r>
            <a:r>
              <a:rPr lang="en-US" altLang="zh-CN" sz="1600" dirty="0" smtClean="0"/>
              <a:t>)  sleep(10);</a:t>
            </a:r>
          </a:p>
          <a:p>
            <a:r>
              <a:rPr lang="en-US" altLang="zh-CN" sz="1600" dirty="0" err="1" smtClean="0"/>
              <a:t>fd_set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f_read</a:t>
            </a:r>
            <a:r>
              <a:rPr lang="en-US" altLang="zh-CN" sz="1600" dirty="0" smtClean="0"/>
              <a:t>;</a:t>
            </a:r>
          </a:p>
          <a:p>
            <a:r>
              <a:rPr lang="en-US" altLang="zh-CN" sz="1600" dirty="0" smtClean="0"/>
              <a:t> FD_ZERO</a:t>
            </a:r>
            <a:r>
              <a:rPr lang="en-US" altLang="zh-CN" sz="1600" dirty="0" smtClean="0"/>
              <a:t>(&amp;</a:t>
            </a:r>
            <a:r>
              <a:rPr lang="en-US" altLang="zh-CN" sz="1600" dirty="0" err="1" smtClean="0"/>
              <a:t>f_read</a:t>
            </a:r>
            <a:r>
              <a:rPr lang="en-US" altLang="zh-CN" sz="1600" dirty="0" smtClean="0"/>
              <a:t>);</a:t>
            </a:r>
          </a:p>
          <a:p>
            <a:r>
              <a:rPr lang="en-US" altLang="zh-CN" sz="1600" dirty="0" smtClean="0"/>
              <a:t> FD_SET(</a:t>
            </a:r>
            <a:r>
              <a:rPr lang="en-US" altLang="zh-CN" sz="1600" dirty="0" err="1" smtClean="0"/>
              <a:t>socketfd</a:t>
            </a:r>
            <a:r>
              <a:rPr lang="en-US" altLang="zh-CN" sz="1600" dirty="0" smtClean="0"/>
              <a:t>, &amp;</a:t>
            </a:r>
            <a:r>
              <a:rPr lang="en-US" altLang="zh-CN" sz="1600" dirty="0" err="1" smtClean="0"/>
              <a:t>f_read</a:t>
            </a:r>
            <a:r>
              <a:rPr lang="en-US" altLang="zh-CN" sz="1600" dirty="0" smtClean="0"/>
              <a:t>);</a:t>
            </a:r>
          </a:p>
          <a:p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errcode</a:t>
            </a:r>
            <a:r>
              <a:rPr lang="en-US" altLang="zh-CN" sz="1600" dirty="0" smtClean="0"/>
              <a:t> = select(</a:t>
            </a:r>
            <a:r>
              <a:rPr lang="en-US" altLang="zh-CN" sz="1600" dirty="0" err="1" smtClean="0"/>
              <a:t>socketfd</a:t>
            </a:r>
            <a:r>
              <a:rPr lang="en-US" altLang="zh-CN" sz="1600" dirty="0" smtClean="0"/>
              <a:t> + (u32)1, &amp;</a:t>
            </a:r>
            <a:r>
              <a:rPr lang="en-US" altLang="zh-CN" sz="1600" dirty="0" err="1" smtClean="0"/>
              <a:t>f_read</a:t>
            </a:r>
            <a:r>
              <a:rPr lang="en-US" altLang="zh-CN" sz="1600" dirty="0" smtClean="0"/>
              <a:t>, NULL, NULL, &amp;</a:t>
            </a:r>
            <a:r>
              <a:rPr lang="en-US" altLang="zh-CN" sz="1600" dirty="0" err="1" smtClean="0"/>
              <a:t>tv</a:t>
            </a:r>
            <a:r>
              <a:rPr lang="en-US" altLang="zh-CN" sz="1600" dirty="0" smtClean="0"/>
              <a:t>);</a:t>
            </a:r>
          </a:p>
          <a:p>
            <a:r>
              <a:rPr lang="en-US" altLang="zh-CN" sz="1600" dirty="0" smtClean="0"/>
              <a:t>if (</a:t>
            </a:r>
            <a:r>
              <a:rPr lang="en-US" altLang="zh-CN" sz="1600" dirty="0" err="1" smtClean="0"/>
              <a:t>errcode</a:t>
            </a:r>
            <a:r>
              <a:rPr lang="en-US" altLang="zh-CN" sz="1600" dirty="0" smtClean="0"/>
              <a:t> &gt; 0)</a:t>
            </a:r>
          </a:p>
          <a:p>
            <a:r>
              <a:rPr lang="en-US" altLang="zh-CN" sz="1600" dirty="0" smtClean="0"/>
              <a:t>{</a:t>
            </a:r>
          </a:p>
          <a:p>
            <a:r>
              <a:rPr lang="en-US" altLang="zh-CN" sz="1600" dirty="0" smtClean="0"/>
              <a:t>//</a:t>
            </a:r>
            <a:r>
              <a:rPr lang="zh-CN" altLang="en-US" sz="1600" dirty="0" smtClean="0"/>
              <a:t>有数据可以读</a:t>
            </a:r>
          </a:p>
          <a:p>
            <a:r>
              <a:rPr lang="en-US" altLang="zh-CN" sz="1600" dirty="0" smtClean="0"/>
              <a:t>if (FD_ISSET(</a:t>
            </a:r>
            <a:r>
              <a:rPr lang="en-US" altLang="zh-CN" sz="1600" dirty="0" err="1" smtClean="0"/>
              <a:t>socketfd</a:t>
            </a:r>
            <a:r>
              <a:rPr lang="en-US" altLang="zh-CN" sz="1600" dirty="0" smtClean="0"/>
              <a:t>, &amp;</a:t>
            </a:r>
            <a:r>
              <a:rPr lang="en-US" altLang="zh-CN" sz="1600" dirty="0" err="1" smtClean="0"/>
              <a:t>f_read</a:t>
            </a:r>
            <a:r>
              <a:rPr lang="en-US" altLang="zh-CN" sz="1600" dirty="0" smtClean="0"/>
              <a:t>))</a:t>
            </a:r>
          </a:p>
          <a:p>
            <a:r>
              <a:rPr lang="en-US" altLang="zh-CN" sz="1600" dirty="0" smtClean="0"/>
              <a:t>{</a:t>
            </a:r>
          </a:p>
          <a:p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ret = </a:t>
            </a:r>
            <a:r>
              <a:rPr lang="en-US" altLang="zh-CN" sz="1600" dirty="0" err="1" smtClean="0"/>
              <a:t>tcp</a:t>
            </a:r>
            <a:r>
              <a:rPr lang="en-US" altLang="zh-CN" sz="1600" dirty="0" smtClean="0"/>
              <a:t>-&gt;</a:t>
            </a:r>
            <a:r>
              <a:rPr lang="en-US" altLang="zh-CN" sz="1600" dirty="0" err="1" smtClean="0"/>
              <a:t>onRecv</a:t>
            </a:r>
            <a:r>
              <a:rPr lang="en-US" altLang="zh-CN" sz="1600" dirty="0" smtClean="0"/>
              <a:t>();}</a:t>
            </a:r>
            <a:br>
              <a:rPr lang="en-US" altLang="zh-CN" sz="1600" dirty="0" smtClean="0"/>
            </a:br>
            <a:r>
              <a:rPr lang="en-US" altLang="zh-CN" sz="1600" dirty="0" smtClean="0"/>
              <a:t>}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2910" y="214290"/>
            <a:ext cx="8043890" cy="5911873"/>
          </a:xfrm>
        </p:spPr>
        <p:txBody>
          <a:bodyPr/>
          <a:lstStyle/>
          <a:p>
            <a:r>
              <a:rPr lang="en-US" b="1" dirty="0" smtClean="0"/>
              <a:t>select</a:t>
            </a:r>
            <a:r>
              <a:rPr lang="zh-CN" altLang="en-US" b="1" dirty="0" smtClean="0"/>
              <a:t>模型逻辑</a:t>
            </a:r>
          </a:p>
          <a:p>
            <a:r>
              <a:rPr lang="en-US" altLang="zh-CN" sz="1800" dirty="0" smtClean="0"/>
              <a:t>1 </a:t>
            </a:r>
            <a:r>
              <a:rPr lang="zh-CN" altLang="en-US" sz="1800" dirty="0" smtClean="0"/>
              <a:t>将</a:t>
            </a:r>
            <a:r>
              <a:rPr lang="zh-CN" altLang="en-US" sz="1800" dirty="0" smtClean="0"/>
              <a:t>所有的</a:t>
            </a:r>
            <a:r>
              <a:rPr lang="en-US" altLang="zh-CN" sz="1800" dirty="0" smtClean="0"/>
              <a:t>socket</a:t>
            </a:r>
            <a:r>
              <a:rPr lang="zh-CN" altLang="en-US" sz="1800" dirty="0" smtClean="0"/>
              <a:t>装进</a:t>
            </a:r>
            <a:r>
              <a:rPr lang="zh-CN" altLang="en-US" sz="1800" dirty="0" smtClean="0"/>
              <a:t>一个数组中</a:t>
            </a:r>
          </a:p>
          <a:p>
            <a:r>
              <a:rPr lang="en-US" altLang="zh-CN" sz="1800" dirty="0" smtClean="0"/>
              <a:t>2 </a:t>
            </a:r>
            <a:r>
              <a:rPr lang="zh-CN" altLang="en-US" sz="1800" dirty="0" smtClean="0"/>
              <a:t>通过</a:t>
            </a:r>
            <a:r>
              <a:rPr lang="en-US" altLang="zh-CN" sz="1800" dirty="0" smtClean="0"/>
              <a:t>select()</a:t>
            </a:r>
            <a:r>
              <a:rPr lang="zh-CN" altLang="en-US" sz="1800" dirty="0" smtClean="0"/>
              <a:t>遍历</a:t>
            </a:r>
            <a:r>
              <a:rPr lang="en-US" altLang="zh-CN" sz="1800" dirty="0" smtClean="0"/>
              <a:t>socket</a:t>
            </a:r>
            <a:r>
              <a:rPr lang="zh-CN" altLang="en-US" sz="1800" dirty="0" smtClean="0"/>
              <a:t>数组</a:t>
            </a:r>
          </a:p>
          <a:p>
            <a:r>
              <a:rPr lang="en-US" altLang="zh-CN" sz="1800" dirty="0" smtClean="0"/>
              <a:t>3 </a:t>
            </a:r>
            <a:r>
              <a:rPr lang="zh-CN" altLang="en-US" sz="1800" dirty="0" smtClean="0"/>
              <a:t>取出</a:t>
            </a:r>
            <a:r>
              <a:rPr lang="zh-CN" altLang="en-US" sz="1800" dirty="0" smtClean="0"/>
              <a:t>有相应的</a:t>
            </a:r>
            <a:r>
              <a:rPr lang="en-US" altLang="zh-CN" sz="1800" dirty="0" smtClean="0"/>
              <a:t>socket</a:t>
            </a:r>
            <a:r>
              <a:rPr lang="zh-CN" altLang="en-US" sz="1800" dirty="0" smtClean="0"/>
              <a:t>放进另一个数组（都是有响应的</a:t>
            </a:r>
            <a:r>
              <a:rPr lang="en-US" altLang="zh-CN" sz="1800" dirty="0" smtClean="0"/>
              <a:t>socket</a:t>
            </a:r>
            <a:r>
              <a:rPr lang="zh-CN" altLang="en-US" sz="1800" dirty="0" smtClean="0"/>
              <a:t>）</a:t>
            </a:r>
          </a:p>
          <a:p>
            <a:r>
              <a:rPr lang="en-US" altLang="zh-CN" sz="1800" dirty="0" smtClean="0"/>
              <a:t>4 </a:t>
            </a:r>
            <a:r>
              <a:rPr lang="zh-CN" altLang="en-US" sz="1800" dirty="0" smtClean="0"/>
              <a:t>对</a:t>
            </a:r>
            <a:r>
              <a:rPr lang="zh-CN" altLang="en-US" sz="1800" dirty="0" smtClean="0"/>
              <a:t>装有响应的</a:t>
            </a:r>
            <a:r>
              <a:rPr lang="en-US" altLang="zh-CN" sz="1800" dirty="0" smtClean="0"/>
              <a:t>socket</a:t>
            </a:r>
            <a:r>
              <a:rPr lang="zh-CN" altLang="en-US" sz="1800" dirty="0" smtClean="0"/>
              <a:t>数组</a:t>
            </a:r>
            <a:r>
              <a:rPr lang="zh-CN" altLang="en-US" sz="1800" dirty="0" smtClean="0"/>
              <a:t>集中处理</a:t>
            </a:r>
            <a:endParaRPr lang="en-US" altLang="zh-CN" sz="1800" dirty="0" smtClean="0"/>
          </a:p>
          <a:p>
            <a:r>
              <a:rPr lang="en-US" altLang="zh-CN" sz="1800" dirty="0" smtClean="0"/>
              <a:t>5  socket</a:t>
            </a:r>
            <a:r>
              <a:rPr lang="zh-CN" altLang="en-US" sz="1800" dirty="0" smtClean="0"/>
              <a:t>响应 </a:t>
            </a:r>
            <a:r>
              <a:rPr lang="en-US" sz="1800" b="1" dirty="0" smtClean="0"/>
              <a:t>FD_ISSET</a:t>
            </a:r>
          </a:p>
          <a:p>
            <a:endParaRPr lang="en-US" sz="1800" b="1" dirty="0" smtClean="0"/>
          </a:p>
          <a:p>
            <a:r>
              <a:rPr lang="en-US" sz="1800" dirty="0" err="1" smtClean="0"/>
              <a:t>int</a:t>
            </a:r>
            <a:r>
              <a:rPr lang="en-US" sz="1800" dirty="0" smtClean="0"/>
              <a:t> select(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maxfdp,fd_set</a:t>
            </a:r>
            <a:r>
              <a:rPr lang="en-US" sz="1800" dirty="0" smtClean="0"/>
              <a:t> *</a:t>
            </a:r>
            <a:r>
              <a:rPr lang="en-US" sz="1800" dirty="0" err="1" smtClean="0"/>
              <a:t>readfds,fd_set</a:t>
            </a:r>
            <a:r>
              <a:rPr lang="en-US" sz="1800" dirty="0" smtClean="0"/>
              <a:t> *</a:t>
            </a:r>
            <a:r>
              <a:rPr lang="en-US" sz="1800" dirty="0" err="1" smtClean="0"/>
              <a:t>writefds,fd_set</a:t>
            </a:r>
            <a:r>
              <a:rPr lang="en-US" sz="1800" dirty="0" smtClean="0"/>
              <a:t> *</a:t>
            </a:r>
            <a:r>
              <a:rPr lang="en-US" sz="1800" dirty="0" err="1" smtClean="0"/>
              <a:t>errorfds,struct</a:t>
            </a:r>
            <a:r>
              <a:rPr lang="en-US" sz="1800" dirty="0" smtClean="0"/>
              <a:t> </a:t>
            </a:r>
            <a:r>
              <a:rPr lang="en-US" sz="1800" dirty="0" err="1" smtClean="0"/>
              <a:t>timeval</a:t>
            </a:r>
            <a:r>
              <a:rPr lang="en-US" sz="1800" dirty="0" smtClean="0"/>
              <a:t> *timeout);</a:t>
            </a:r>
            <a:endParaRPr lang="en-US" sz="1800" b="1" dirty="0" smtClean="0"/>
          </a:p>
          <a:p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maxfdp</a:t>
            </a:r>
            <a:r>
              <a:rPr lang="zh-CN" altLang="en-US" sz="1800" dirty="0" smtClean="0"/>
              <a:t>是一个整数值，是指集合中所有文件描述符的范围，即所有文件描述符的最大值加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，不能错！在</a:t>
            </a:r>
            <a:r>
              <a:rPr lang="en-US" altLang="zh-CN" sz="1800" dirty="0" smtClean="0"/>
              <a:t>Windows</a:t>
            </a:r>
            <a:r>
              <a:rPr lang="zh-CN" altLang="en-US" sz="1800" dirty="0" smtClean="0"/>
              <a:t>中这个参数的值无所谓，可以设置不正确。</a:t>
            </a:r>
            <a:endParaRPr lang="en-US" altLang="zh-CN" sz="1800" dirty="0" smtClean="0"/>
          </a:p>
          <a:p>
            <a:r>
              <a:rPr lang="zh-CN" altLang="en-US" sz="1600" dirty="0" smtClean="0"/>
              <a:t>待</a:t>
            </a:r>
            <a:r>
              <a:rPr lang="zh-CN" altLang="en-US" sz="1600" dirty="0" smtClean="0"/>
              <a:t>测试的描述集总是从</a:t>
            </a:r>
            <a:r>
              <a:rPr lang="en-US" altLang="zh-CN" sz="1600" dirty="0" smtClean="0"/>
              <a:t>0</a:t>
            </a:r>
            <a:r>
              <a:rPr lang="zh-CN" altLang="en-US" sz="1600" dirty="0" smtClean="0"/>
              <a:t>， 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， </a:t>
            </a:r>
            <a:r>
              <a:rPr lang="en-US" altLang="zh-CN" sz="1600" dirty="0" smtClean="0"/>
              <a:t>2</a:t>
            </a:r>
            <a:r>
              <a:rPr lang="zh-CN" altLang="en-US" sz="1600" dirty="0" smtClean="0"/>
              <a:t>， </a:t>
            </a:r>
            <a:r>
              <a:rPr lang="en-US" altLang="zh-CN" sz="1600" dirty="0" smtClean="0"/>
              <a:t>...</a:t>
            </a:r>
            <a:r>
              <a:rPr lang="zh-CN" altLang="en-US" sz="1600" dirty="0" smtClean="0"/>
              <a:t>开始的。 </a:t>
            </a:r>
            <a:r>
              <a:rPr lang="zh-CN" altLang="en-US" sz="1600" dirty="0" smtClean="0"/>
              <a:t>假如</a:t>
            </a:r>
            <a:r>
              <a:rPr lang="zh-CN" altLang="en-US" sz="1600" dirty="0" smtClean="0"/>
              <a:t>你要检测的描述符为</a:t>
            </a:r>
            <a:r>
              <a:rPr lang="en-US" altLang="zh-CN" sz="1600" dirty="0" smtClean="0"/>
              <a:t>8</a:t>
            </a:r>
            <a:r>
              <a:rPr lang="zh-CN" altLang="en-US" sz="1600" dirty="0" smtClean="0"/>
              <a:t>， </a:t>
            </a:r>
            <a:r>
              <a:rPr lang="en-US" altLang="zh-CN" sz="1600" dirty="0" smtClean="0"/>
              <a:t>9</a:t>
            </a:r>
            <a:r>
              <a:rPr lang="zh-CN" altLang="en-US" sz="1600" dirty="0" smtClean="0"/>
              <a:t>， </a:t>
            </a:r>
            <a:r>
              <a:rPr lang="en-US" altLang="zh-CN" sz="1600" dirty="0" smtClean="0"/>
              <a:t>10</a:t>
            </a:r>
            <a:r>
              <a:rPr lang="zh-CN" altLang="en-US" sz="1600" dirty="0" smtClean="0"/>
              <a:t>， 那么系统实际也要监测</a:t>
            </a:r>
            <a:r>
              <a:rPr lang="en-US" altLang="zh-CN" sz="1600" dirty="0" smtClean="0"/>
              <a:t>0</a:t>
            </a:r>
            <a:r>
              <a:rPr lang="zh-CN" altLang="en-US" sz="1600" dirty="0" smtClean="0"/>
              <a:t>， 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， </a:t>
            </a:r>
            <a:r>
              <a:rPr lang="en-US" altLang="zh-CN" sz="1600" dirty="0" smtClean="0"/>
              <a:t>2</a:t>
            </a:r>
            <a:r>
              <a:rPr lang="zh-CN" altLang="en-US" sz="1600" dirty="0" smtClean="0"/>
              <a:t>， </a:t>
            </a:r>
            <a:r>
              <a:rPr lang="en-US" altLang="zh-CN" sz="1600" dirty="0" smtClean="0"/>
              <a:t>3</a:t>
            </a:r>
            <a:r>
              <a:rPr lang="zh-CN" altLang="en-US" sz="1600" dirty="0" smtClean="0"/>
              <a:t>， </a:t>
            </a:r>
            <a:r>
              <a:rPr lang="en-US" altLang="zh-CN" sz="1600" dirty="0" smtClean="0"/>
              <a:t>4</a:t>
            </a:r>
            <a:r>
              <a:rPr lang="zh-CN" altLang="en-US" sz="1600" dirty="0" smtClean="0"/>
              <a:t>， </a:t>
            </a:r>
            <a:r>
              <a:rPr lang="en-US" altLang="zh-CN" sz="1600" dirty="0" smtClean="0"/>
              <a:t>5</a:t>
            </a:r>
            <a:r>
              <a:rPr lang="zh-CN" altLang="en-US" sz="1600" dirty="0" smtClean="0"/>
              <a:t>， </a:t>
            </a:r>
            <a:r>
              <a:rPr lang="en-US" altLang="zh-CN" sz="1600" dirty="0" smtClean="0"/>
              <a:t>6,  7</a:t>
            </a:r>
            <a:r>
              <a:rPr lang="zh-CN" altLang="en-US" sz="1600" dirty="0" smtClean="0"/>
              <a:t>，  此时真正待测试的描述符的个数为</a:t>
            </a:r>
            <a:r>
              <a:rPr lang="en-US" altLang="zh-CN" sz="1600" dirty="0" smtClean="0"/>
              <a:t>11</a:t>
            </a:r>
            <a:r>
              <a:rPr lang="zh-CN" altLang="en-US" sz="1600" dirty="0" smtClean="0"/>
              <a:t>个， 也就是</a:t>
            </a:r>
            <a:r>
              <a:rPr lang="en-US" altLang="zh-CN" sz="1600" dirty="0" smtClean="0"/>
              <a:t>max</a:t>
            </a:r>
            <a:r>
              <a:rPr lang="zh-CN" altLang="en-US" sz="1600" dirty="0" smtClean="0"/>
              <a:t>（</a:t>
            </a:r>
            <a:r>
              <a:rPr lang="en-US" altLang="zh-CN" sz="1600" dirty="0" smtClean="0"/>
              <a:t>8</a:t>
            </a:r>
            <a:r>
              <a:rPr lang="zh-CN" altLang="en-US" sz="1600" dirty="0" smtClean="0"/>
              <a:t>， </a:t>
            </a:r>
            <a:r>
              <a:rPr lang="en-US" altLang="zh-CN" sz="1600" dirty="0" smtClean="0"/>
              <a:t>9</a:t>
            </a:r>
            <a:r>
              <a:rPr lang="zh-CN" altLang="en-US" sz="1600" dirty="0" smtClean="0"/>
              <a:t>， </a:t>
            </a:r>
            <a:r>
              <a:rPr lang="en-US" altLang="zh-CN" sz="1600" dirty="0" smtClean="0"/>
              <a:t>10</a:t>
            </a:r>
            <a:r>
              <a:rPr lang="zh-CN" altLang="en-US" sz="1600" dirty="0" smtClean="0"/>
              <a:t>） </a:t>
            </a:r>
            <a:r>
              <a:rPr lang="en-US" altLang="zh-CN" sz="1600" dirty="0" smtClean="0"/>
              <a:t>+ </a:t>
            </a:r>
            <a:r>
              <a:rPr lang="en-US" altLang="zh-CN" sz="1600" dirty="0" smtClean="0"/>
              <a:t>1</a:t>
            </a:r>
            <a:endParaRPr lang="en-US" altLang="zh-CN" sz="16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、初始化</a:t>
            </a:r>
            <a:r>
              <a:rPr lang="en-US" altLang="zh-CN" dirty="0" smtClean="0"/>
              <a:t>socket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、加载套接字库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、创建</a:t>
            </a:r>
            <a:r>
              <a:rPr lang="en-US" altLang="zh-CN" dirty="0" smtClean="0"/>
              <a:t>socket</a:t>
            </a:r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、设置非阻塞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、设置发送接收缓冲区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、连接服务器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</a:t>
            </a:r>
            <a:r>
              <a:rPr lang="zh-CN" altLang="en-US" dirty="0" smtClean="0"/>
              <a:t>、生产者</a:t>
            </a:r>
            <a:r>
              <a:rPr lang="en-US" altLang="zh-CN" dirty="0" smtClean="0"/>
              <a:t>-</a:t>
            </a:r>
            <a:r>
              <a:rPr lang="zh-CN" altLang="en-US" dirty="0" smtClean="0"/>
              <a:t>接收数据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、接收数据</a:t>
            </a:r>
            <a:endParaRPr lang="en-US" altLang="zh-CN" dirty="0" smtClean="0"/>
          </a:p>
          <a:p>
            <a:r>
              <a:rPr lang="en-US" altLang="zh-CN" dirty="0" err="1" smtClean="0"/>
              <a:t>recv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socketfd</a:t>
            </a:r>
            <a:r>
              <a:rPr lang="en-US" altLang="zh-CN" dirty="0" smtClean="0"/>
              <a:t>, c-&gt;</a:t>
            </a:r>
            <a:r>
              <a:rPr lang="en-US" altLang="zh-CN" dirty="0" err="1" smtClean="0"/>
              <a:t>recvBuf_Temp</a:t>
            </a:r>
            <a:r>
              <a:rPr lang="en-US" altLang="zh-CN" dirty="0" smtClean="0"/>
              <a:t>, </a:t>
            </a:r>
            <a:r>
              <a:rPr lang="en-US" altLang="zh-CN" dirty="0" smtClean="0"/>
              <a:t>100, </a:t>
            </a:r>
            <a:r>
              <a:rPr lang="en-US" altLang="zh-CN" dirty="0" smtClean="0"/>
              <a:t>0</a:t>
            </a:r>
            <a:r>
              <a:rPr lang="en-US" altLang="zh-CN" dirty="0" smtClean="0"/>
              <a:t>);</a:t>
            </a:r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、保存数据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、消费者</a:t>
            </a:r>
            <a:r>
              <a:rPr lang="en-US" altLang="zh-CN" dirty="0" smtClean="0"/>
              <a:t>-</a:t>
            </a:r>
            <a:r>
              <a:rPr lang="zh-CN" altLang="en-US" dirty="0" smtClean="0"/>
              <a:t>发送数据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发送数据 </a:t>
            </a:r>
            <a:endParaRPr lang="en-US" altLang="zh-CN" dirty="0" smtClean="0"/>
          </a:p>
          <a:p>
            <a:r>
              <a:rPr lang="en-US" altLang="zh-CN" dirty="0" smtClean="0"/>
              <a:t>send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7</a:t>
            </a:r>
            <a:r>
              <a:rPr lang="zh-CN" altLang="en-US" dirty="0" smtClean="0"/>
              <a:t>、生产者</a:t>
            </a:r>
            <a:r>
              <a:rPr lang="en-US" altLang="zh-CN" dirty="0" smtClean="0"/>
              <a:t>-</a:t>
            </a:r>
            <a:r>
              <a:rPr lang="zh-CN" altLang="en-US" dirty="0" smtClean="0"/>
              <a:t>封包处理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封装消息头</a:t>
            </a:r>
            <a:endParaRPr lang="en-US" altLang="zh-CN" dirty="0" smtClean="0"/>
          </a:p>
          <a:p>
            <a:r>
              <a:rPr lang="zh-CN" altLang="en-US" dirty="0" smtClean="0"/>
              <a:t>封装消息长度</a:t>
            </a:r>
            <a:endParaRPr lang="en-US" altLang="zh-CN" dirty="0" smtClean="0"/>
          </a:p>
          <a:p>
            <a:r>
              <a:rPr lang="zh-CN" altLang="en-US" dirty="0" smtClean="0"/>
              <a:t>封装消息头指令</a:t>
            </a:r>
            <a:endParaRPr lang="en-US" altLang="zh-CN" dirty="0" smtClean="0"/>
          </a:p>
          <a:p>
            <a:r>
              <a:rPr lang="zh-CN" altLang="en-US" dirty="0" smtClean="0"/>
              <a:t>封装消息体</a:t>
            </a:r>
            <a:endParaRPr lang="en-US" altLang="zh-CN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8-</a:t>
            </a:r>
            <a:r>
              <a:rPr lang="zh-CN" altLang="en-US" dirty="0" smtClean="0"/>
              <a:t>消费者</a:t>
            </a:r>
            <a:r>
              <a:rPr lang="en-US" altLang="zh-CN" dirty="0" smtClean="0"/>
              <a:t>-</a:t>
            </a:r>
            <a:r>
              <a:rPr lang="zh-CN" altLang="en-US" dirty="0" smtClean="0"/>
              <a:t>解包处理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更新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en-US" altLang="zh-CN" dirty="0" smtClean="0"/>
              <a:t>  </a:t>
            </a:r>
            <a:r>
              <a:rPr lang="zh-CN" altLang="en-US" dirty="0" smtClean="0"/>
              <a:t>心跳包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en-US" altLang="zh-CN" dirty="0" smtClean="0"/>
              <a:t>  </a:t>
            </a:r>
            <a:r>
              <a:rPr lang="zh-CN" altLang="en-US" dirty="0" smtClean="0"/>
              <a:t>解析指令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en-US" altLang="zh-CN" dirty="0" smtClean="0"/>
              <a:t>  </a:t>
            </a:r>
            <a:r>
              <a:rPr lang="zh-CN" altLang="en-US" dirty="0" smtClean="0"/>
              <a:t>发送数据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9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app</a:t>
            </a:r>
            <a:r>
              <a:rPr lang="zh-CN" altLang="en-US" dirty="0" smtClean="0"/>
              <a:t>管理器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、修改</a:t>
            </a:r>
            <a:r>
              <a:rPr lang="en-US" altLang="zh-CN" dirty="0" err="1" smtClean="0"/>
              <a:t>testserver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、修改</a:t>
            </a:r>
            <a:r>
              <a:rPr lang="en-US" altLang="zh-CN" dirty="0" err="1" smtClean="0"/>
              <a:t>AppGlobal.h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、修改</a:t>
            </a:r>
            <a:r>
              <a:rPr lang="en-US" altLang="zh-CN" dirty="0" err="1" smtClean="0"/>
              <a:t>AppManager.h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573</Words>
  <PresentationFormat>全屏显示(4:3)</PresentationFormat>
  <Paragraphs>91</Paragraphs>
  <Slides>11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Office 主题</vt:lpstr>
      <vt:lpstr>C++客户端-Windows、Linux</vt:lpstr>
      <vt:lpstr>1、连接服务器数据结构</vt:lpstr>
      <vt:lpstr>2、TcpClient封装类数据定义</vt:lpstr>
      <vt:lpstr>3、工作线程</vt:lpstr>
      <vt:lpstr>幻灯片 5</vt:lpstr>
      <vt:lpstr>4、初始化socket</vt:lpstr>
      <vt:lpstr>5、生产者-接收数据</vt:lpstr>
      <vt:lpstr>6、消费者-发送数据</vt:lpstr>
      <vt:lpstr>7、生产者-封包处理 </vt:lpstr>
      <vt:lpstr>8-消费者-解包处理 </vt:lpstr>
      <vt:lpstr>9、app管理器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C++客户端-Windows、Linux</dc:title>
  <dc:creator>admin</dc:creator>
  <cp:lastModifiedBy>admin</cp:lastModifiedBy>
  <cp:revision>54</cp:revision>
  <dcterms:created xsi:type="dcterms:W3CDTF">2020-04-17T12:17:48Z</dcterms:created>
  <dcterms:modified xsi:type="dcterms:W3CDTF">2020-04-17T18:04:19Z</dcterms:modified>
</cp:coreProperties>
</file>