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516" autoAdjust="0"/>
    <p:restoredTop sz="94660"/>
  </p:normalViewPr>
  <p:slideViewPr>
    <p:cSldViewPr>
      <p:cViewPr varScale="1">
        <p:scale>
          <a:sx n="102" d="100"/>
          <a:sy n="102" d="100"/>
        </p:scale>
        <p:origin x="-163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1538" y="1"/>
            <a:ext cx="7629524" cy="928670"/>
          </a:xfrm>
        </p:spPr>
        <p:txBody>
          <a:bodyPr/>
          <a:lstStyle/>
          <a:p>
            <a:r>
              <a:rPr lang="zh-CN" altLang="en-US" dirty="0" smtClean="0"/>
              <a:t>服务器安全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14282" y="714356"/>
            <a:ext cx="8715436" cy="6000792"/>
          </a:xfrm>
        </p:spPr>
        <p:txBody>
          <a:bodyPr>
            <a:normAutofit/>
          </a:bodyPr>
          <a:lstStyle/>
          <a:p>
            <a:pPr algn="l"/>
            <a:r>
              <a:rPr lang="en-US" altLang="zh-CN" sz="2000" dirty="0" smtClean="0"/>
              <a:t>1</a:t>
            </a:r>
            <a:r>
              <a:rPr lang="zh-CN" altLang="en-US" sz="2000" dirty="0" smtClean="0"/>
              <a:t>、自定义协议数据类型，消息体封包的时候需要添加</a:t>
            </a:r>
            <a:r>
              <a:rPr lang="en-US" altLang="zh-CN" sz="2000" dirty="0" smtClean="0"/>
              <a:t>^ </a:t>
            </a:r>
            <a:r>
              <a:rPr lang="en-US" altLang="zh-CN" sz="2000" dirty="0" err="1" smtClean="0"/>
              <a:t>rCode</a:t>
            </a:r>
            <a:r>
              <a:rPr lang="en-US" altLang="zh-CN" sz="2000" dirty="0" smtClean="0"/>
              <a:t>. </a:t>
            </a:r>
            <a:r>
              <a:rPr lang="zh-CN" altLang="en-US" sz="2000" dirty="0" smtClean="0"/>
              <a:t>消息体解包的时候对应也需要添加</a:t>
            </a:r>
            <a:r>
              <a:rPr lang="en-US" altLang="zh-CN" sz="2000" dirty="0" smtClean="0"/>
              <a:t>^</a:t>
            </a:r>
            <a:r>
              <a:rPr lang="en-US" altLang="zh-CN" sz="2000" dirty="0" err="1" smtClean="0"/>
              <a:t>rCode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algn="l"/>
            <a:r>
              <a:rPr lang="en-US" altLang="zh-CN" sz="2000" dirty="0" smtClean="0"/>
              <a:t>2</a:t>
            </a:r>
            <a:r>
              <a:rPr lang="zh-CN" altLang="en-US" sz="2000" dirty="0" smtClean="0"/>
              <a:t>、每次更新更换消息</a:t>
            </a:r>
            <a:r>
              <a:rPr lang="en-US" altLang="zh-CN" sz="2000" dirty="0" smtClean="0"/>
              <a:t>head</a:t>
            </a:r>
            <a:r>
              <a:rPr lang="zh-CN" altLang="en-US" sz="2000" dirty="0" smtClean="0"/>
              <a:t>、</a:t>
            </a:r>
            <a:r>
              <a:rPr lang="en-US" altLang="zh-CN" sz="2000" dirty="0" err="1" smtClean="0"/>
              <a:t>safecode</a:t>
            </a:r>
            <a:r>
              <a:rPr lang="zh-CN" altLang="en-US" sz="2000" dirty="0" smtClean="0"/>
              <a:t>、</a:t>
            </a:r>
            <a:r>
              <a:rPr lang="en-US" altLang="zh-CN" sz="2000" dirty="0" err="1" smtClean="0"/>
              <a:t>rcode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version</a:t>
            </a:r>
          </a:p>
          <a:p>
            <a:pPr algn="l"/>
            <a:r>
              <a:rPr lang="en-US" altLang="zh-CN" sz="2000" dirty="0" smtClean="0"/>
              <a:t>2</a:t>
            </a:r>
            <a:r>
              <a:rPr lang="zh-CN" altLang="en-US" sz="2000" dirty="0" smtClean="0"/>
              <a:t>、使用</a:t>
            </a:r>
            <a:r>
              <a:rPr lang="en-US" altLang="zh-CN" sz="2000" dirty="0" err="1" smtClean="0"/>
              <a:t>protobuf</a:t>
            </a:r>
            <a:r>
              <a:rPr lang="en-US" altLang="zh-CN" sz="2000" dirty="0" smtClean="0"/>
              <a:t>…</a:t>
            </a:r>
            <a:r>
              <a:rPr lang="zh-CN" altLang="en-US" sz="2000" dirty="0" smtClean="0"/>
              <a:t>配合自定义协议数据使用</a:t>
            </a:r>
            <a:endParaRPr lang="en-US" altLang="zh-CN" sz="2000" dirty="0" smtClean="0"/>
          </a:p>
          <a:p>
            <a:pPr algn="l"/>
            <a:r>
              <a:rPr lang="en-US" altLang="zh-CN" sz="2000" dirty="0" smtClean="0"/>
              <a:t>3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dos</a:t>
            </a:r>
            <a:r>
              <a:rPr lang="zh-CN" altLang="en-US" sz="2000" dirty="0" smtClean="0"/>
              <a:t>攻击即拒绝服务。其目的是使计算机或网络无法提供正常的服务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algn="l"/>
            <a:r>
              <a:rPr lang="zh-CN" altLang="en-US" sz="2000" dirty="0" smtClean="0"/>
              <a:t>流量攻击：服务器加高防。。。</a:t>
            </a:r>
            <a:r>
              <a:rPr lang="en-US" altLang="zh-CN" sz="2000" dirty="0" smtClean="0"/>
              <a:t> </a:t>
            </a:r>
            <a:endParaRPr lang="en-US" altLang="zh-CN" sz="2000" dirty="0" smtClean="0"/>
          </a:p>
          <a:p>
            <a:pPr algn="l"/>
            <a:r>
              <a:rPr lang="zh-CN" altLang="en-US" sz="2000" dirty="0" smtClean="0"/>
              <a:t>肉鸡连接攻击：目前是没有办法解决的。</a:t>
            </a:r>
            <a:endParaRPr lang="en-US" altLang="zh-CN" sz="2000" dirty="0" smtClean="0"/>
          </a:p>
          <a:p>
            <a:pPr algn="l"/>
            <a:r>
              <a:rPr lang="en-US" altLang="zh-CN" sz="2000" dirty="0" smtClean="0"/>
              <a:t>4</a:t>
            </a:r>
            <a:r>
              <a:rPr lang="zh-CN" altLang="en-US" sz="2000" dirty="0" smtClean="0"/>
              <a:t>、单</a:t>
            </a:r>
            <a:r>
              <a:rPr lang="en-US" altLang="zh-CN" sz="2000" dirty="0" smtClean="0"/>
              <a:t>IP</a:t>
            </a:r>
            <a:r>
              <a:rPr lang="zh-CN" altLang="en-US" sz="2000" dirty="0" smtClean="0"/>
              <a:t>多个连接</a:t>
            </a:r>
            <a:r>
              <a:rPr lang="en-US" altLang="zh-CN" sz="2000" dirty="0" smtClean="0"/>
              <a:t>…</a:t>
            </a:r>
            <a:endParaRPr lang="en-US" altLang="zh-CN" sz="2000" dirty="0" smtClean="0"/>
          </a:p>
          <a:p>
            <a:pPr algn="l"/>
            <a:r>
              <a:rPr lang="zh-CN" altLang="en-US" sz="2000" dirty="0" smtClean="0"/>
              <a:t>对应：定义红黑树容器，以</a:t>
            </a:r>
            <a:r>
              <a:rPr lang="en-US" altLang="zh-CN" sz="2000" dirty="0" smtClean="0"/>
              <a:t>IP</a:t>
            </a:r>
            <a:r>
              <a:rPr lang="zh-CN" altLang="en-US" sz="2000" dirty="0" smtClean="0"/>
              <a:t>为</a:t>
            </a:r>
            <a:r>
              <a:rPr lang="en-US" altLang="zh-CN" sz="2000" dirty="0" smtClean="0"/>
              <a:t>key.</a:t>
            </a:r>
            <a:r>
              <a:rPr lang="zh-CN" altLang="en-US" sz="2000" dirty="0" smtClean="0"/>
              <a:t>连接一个，就</a:t>
            </a:r>
            <a:r>
              <a:rPr lang="en-US" altLang="zh-CN" sz="2000" dirty="0" smtClean="0"/>
              <a:t>+1.</a:t>
            </a:r>
            <a:r>
              <a:rPr lang="zh-CN" altLang="en-US" sz="2000" dirty="0" smtClean="0"/>
              <a:t>。过滤掉单</a:t>
            </a:r>
            <a:r>
              <a:rPr lang="en-US" altLang="zh-CN" sz="2000" dirty="0" smtClean="0"/>
              <a:t>IP</a:t>
            </a:r>
            <a:r>
              <a:rPr lang="zh-CN" altLang="en-US" sz="2000" dirty="0" smtClean="0"/>
              <a:t>数量</a:t>
            </a:r>
            <a:r>
              <a:rPr lang="en-US" altLang="zh-CN" sz="2000" dirty="0" smtClean="0"/>
              <a:t>&gt;n</a:t>
            </a:r>
            <a:r>
              <a:rPr lang="zh-CN" altLang="en-US" sz="2000" dirty="0" smtClean="0"/>
              <a:t>的连接</a:t>
            </a:r>
            <a:endParaRPr lang="en-US" altLang="zh-CN" sz="2000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135</Words>
  <PresentationFormat>全屏显示(4:3)</PresentationFormat>
  <Paragraphs>9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服务器安全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服务器安全</dc:title>
  <dc:creator>admin</dc:creator>
  <cp:lastModifiedBy>admin</cp:lastModifiedBy>
  <cp:revision>10</cp:revision>
  <dcterms:created xsi:type="dcterms:W3CDTF">2020-04-18T08:00:11Z</dcterms:created>
  <dcterms:modified xsi:type="dcterms:W3CDTF">2020-04-18T08:37:52Z</dcterms:modified>
</cp:coreProperties>
</file>