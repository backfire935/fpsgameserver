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94" d="100"/>
          <a:sy n="94" d="100"/>
        </p:scale>
        <p:origin x="-150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00100" y="142853"/>
            <a:ext cx="7700962" cy="857256"/>
          </a:xfrm>
        </p:spPr>
        <p:txBody>
          <a:bodyPr>
            <a:normAutofit fontScale="90000"/>
          </a:bodyPr>
          <a:lstStyle/>
          <a:p>
            <a:r>
              <a:rPr lang="zh-CN" altLang="en-US" sz="4000" dirty="0" smtClean="0"/>
              <a:t>架构</a:t>
            </a:r>
            <a:r>
              <a:rPr lang="en-US" altLang="zh-CN" sz="4000" dirty="0" smtClean="0"/>
              <a:t>C++</a:t>
            </a:r>
            <a:r>
              <a:rPr lang="zh-CN" altLang="en-US" sz="4000" dirty="0" smtClean="0"/>
              <a:t>分布式负载均衡服务器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0" y="714356"/>
            <a:ext cx="8929718" cy="5929354"/>
          </a:xfrm>
        </p:spPr>
        <p:txBody>
          <a:bodyPr>
            <a:normAutofit/>
          </a:bodyPr>
          <a:lstStyle/>
          <a:p>
            <a:pPr algn="l"/>
            <a:r>
              <a:rPr lang="zh-CN" altLang="en-US" sz="1600" dirty="0" smtClean="0"/>
              <a:t>进程通信</a:t>
            </a:r>
            <a:r>
              <a:rPr lang="en-US" altLang="zh-CN" sz="1600" dirty="0" smtClean="0"/>
              <a:t>socket…</a:t>
            </a:r>
            <a:r>
              <a:rPr lang="zh-CN" altLang="en-US" sz="1600" dirty="0" smtClean="0"/>
              <a:t>每个进程 逻辑单线程</a:t>
            </a:r>
            <a:r>
              <a:rPr lang="en-US" altLang="zh-CN" sz="1600" dirty="0" smtClean="0"/>
              <a:t>IO</a:t>
            </a:r>
            <a:r>
              <a:rPr lang="zh-CN" altLang="en-US" sz="1600" dirty="0" smtClean="0"/>
              <a:t>多线程</a:t>
            </a:r>
            <a:endParaRPr lang="en-US" altLang="zh-CN" sz="1600" dirty="0" smtClean="0"/>
          </a:p>
          <a:p>
            <a:pPr algn="l"/>
            <a:r>
              <a:rPr lang="en-US" altLang="zh-CN" sz="1600" dirty="0" smtClean="0"/>
              <a:t>1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DBServer</a:t>
            </a:r>
            <a:r>
              <a:rPr lang="en-US" altLang="zh-CN" sz="1600" dirty="0" smtClean="0"/>
              <a:t>-</a:t>
            </a:r>
            <a:r>
              <a:rPr lang="zh-CN" altLang="en-US" sz="1600" dirty="0" smtClean="0"/>
              <a:t>玩家游戏数据 持久化 连接数据库如：</a:t>
            </a:r>
            <a:r>
              <a:rPr lang="en-US" altLang="zh-CN" sz="1600" dirty="0" err="1" smtClean="0"/>
              <a:t>mysql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mssql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redis</a:t>
            </a:r>
            <a:r>
              <a:rPr lang="en-US" altLang="zh-CN" sz="1600" dirty="0" smtClean="0"/>
              <a:t> 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[</a:t>
            </a:r>
            <a:r>
              <a:rPr lang="zh-CN" altLang="en-US" sz="1600" dirty="0" smtClean="0"/>
              <a:t>唯一 </a:t>
            </a:r>
            <a:r>
              <a:rPr lang="en-US" altLang="zh-CN" sz="1600" dirty="0" smtClean="0"/>
              <a:t>lay:1] [private]</a:t>
            </a:r>
          </a:p>
          <a:p>
            <a:pPr algn="l"/>
            <a:r>
              <a:rPr lang="en-US" altLang="zh-CN" sz="1600" dirty="0" smtClean="0"/>
              <a:t>2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CenterServer</a:t>
            </a:r>
            <a:r>
              <a:rPr lang="en-US" altLang="zh-CN" sz="1600" dirty="0" smtClean="0"/>
              <a:t>-</a:t>
            </a:r>
            <a:r>
              <a:rPr lang="zh-CN" altLang="en-US" sz="1600" dirty="0" smtClean="0"/>
              <a:t>中心管理服务器，管理玩家，管理各个功能游戏服务器组 </a:t>
            </a:r>
            <a:r>
              <a:rPr lang="en-US" altLang="zh-CN" sz="1600" dirty="0" smtClean="0"/>
              <a:t>[</a:t>
            </a:r>
            <a:r>
              <a:rPr lang="zh-CN" altLang="en-US" sz="1600" dirty="0" smtClean="0"/>
              <a:t>唯一 </a:t>
            </a:r>
            <a:r>
              <a:rPr lang="en-US" altLang="zh-CN" sz="1600" dirty="0" smtClean="0"/>
              <a:t>lay:2] [private]</a:t>
            </a:r>
          </a:p>
          <a:p>
            <a:pPr algn="l"/>
            <a:r>
              <a:rPr lang="en-US" altLang="zh-CN" sz="1600" dirty="0" smtClean="0"/>
              <a:t>3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GameServer</a:t>
            </a:r>
            <a:r>
              <a:rPr lang="en-US" altLang="zh-CN" sz="1600" dirty="0" smtClean="0"/>
              <a:t>-</a:t>
            </a:r>
            <a:r>
              <a:rPr lang="zh-CN" altLang="en-US" sz="1600" dirty="0" smtClean="0"/>
              <a:t>游戏服务器，地图服务器，按照地图来划分，比如主地图一个服务器，其他副本地图一个服务器</a:t>
            </a:r>
            <a:r>
              <a:rPr lang="en-US" altLang="zh-CN" sz="1600" dirty="0" smtClean="0"/>
              <a:t>[</a:t>
            </a:r>
            <a:r>
              <a:rPr lang="zh-CN" altLang="en-US" sz="1600" dirty="0" smtClean="0"/>
              <a:t>一组</a:t>
            </a:r>
            <a:r>
              <a:rPr lang="en-US" altLang="zh-CN" sz="1600" dirty="0" smtClean="0"/>
              <a:t>n</a:t>
            </a:r>
            <a:r>
              <a:rPr lang="zh-CN" altLang="en-US" sz="1600" dirty="0" smtClean="0"/>
              <a:t>个 </a:t>
            </a:r>
            <a:r>
              <a:rPr lang="en-US" altLang="zh-CN" sz="1600" dirty="0" smtClean="0"/>
              <a:t>lay:2] [private]</a:t>
            </a:r>
          </a:p>
          <a:p>
            <a:pPr algn="l"/>
            <a:r>
              <a:rPr lang="en-US" altLang="zh-CN" sz="1600" dirty="0" smtClean="0"/>
              <a:t>4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GateServer</a:t>
            </a:r>
            <a:r>
              <a:rPr lang="en-US" altLang="zh-CN" sz="1600" dirty="0" smtClean="0"/>
              <a:t>-</a:t>
            </a:r>
            <a:r>
              <a:rPr lang="zh-CN" altLang="en-US" sz="1600" dirty="0" smtClean="0"/>
              <a:t>网关服务器。玩家客户端和中心服务器以及游戏服务器之间的中转服务器，主要负责消息的转发。 </a:t>
            </a:r>
            <a:r>
              <a:rPr lang="en-US" altLang="zh-CN" sz="1600" dirty="0" smtClean="0"/>
              <a:t>[</a:t>
            </a:r>
            <a:r>
              <a:rPr lang="zh-CN" altLang="en-US" sz="1600" dirty="0" smtClean="0"/>
              <a:t>一组</a:t>
            </a:r>
            <a:r>
              <a:rPr lang="en-US" altLang="zh-CN" sz="1600" dirty="0" smtClean="0"/>
              <a:t>n</a:t>
            </a:r>
            <a:r>
              <a:rPr lang="zh-CN" altLang="en-US" sz="1600" dirty="0" smtClean="0"/>
              <a:t>个</a:t>
            </a:r>
            <a:r>
              <a:rPr lang="en-US" altLang="zh-CN" sz="1600" dirty="0" smtClean="0"/>
              <a:t> lay:3] [public]</a:t>
            </a:r>
          </a:p>
          <a:p>
            <a:pPr algn="l"/>
            <a:r>
              <a:rPr lang="en-US" altLang="zh-CN" sz="1600" dirty="0" smtClean="0"/>
              <a:t>5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LoginServer</a:t>
            </a:r>
            <a:r>
              <a:rPr lang="en-US" altLang="zh-CN" sz="1600" dirty="0" smtClean="0"/>
              <a:t>-</a:t>
            </a:r>
            <a:r>
              <a:rPr lang="zh-CN" altLang="en-US" sz="1600" dirty="0" smtClean="0"/>
              <a:t>登录服务器 玩家进入游戏之前，需要登录账号密码的验证 </a:t>
            </a:r>
            <a:endParaRPr lang="en-US" altLang="zh-CN" sz="1600" dirty="0" smtClean="0"/>
          </a:p>
          <a:p>
            <a:pPr algn="l"/>
            <a:r>
              <a:rPr lang="en-US" altLang="zh-CN" sz="1600" dirty="0" smtClean="0"/>
              <a:t>                 </a:t>
            </a:r>
            <a:r>
              <a:rPr lang="zh-CN" altLang="en-US" sz="1600" dirty="0" smtClean="0"/>
              <a:t>如验证成功就告诉</a:t>
            </a:r>
            <a:r>
              <a:rPr lang="en-US" altLang="zh-CN" sz="1600" dirty="0" smtClean="0"/>
              <a:t>DB</a:t>
            </a:r>
            <a:r>
              <a:rPr lang="zh-CN" altLang="en-US" sz="1600" dirty="0" smtClean="0"/>
              <a:t>服务器</a:t>
            </a:r>
            <a:r>
              <a:rPr lang="en-US" altLang="zh-CN" sz="1600" dirty="0" smtClean="0"/>
              <a:t> xxx</a:t>
            </a:r>
            <a:r>
              <a:rPr lang="zh-CN" altLang="en-US" sz="1600" dirty="0" smtClean="0"/>
              <a:t>账号验证已经成功</a:t>
            </a:r>
            <a:r>
              <a:rPr lang="en-US" altLang="zh-CN" sz="1600" dirty="0" smtClean="0"/>
              <a:t>…</a:t>
            </a:r>
            <a:r>
              <a:rPr lang="zh-CN" altLang="en-US" sz="1600" dirty="0" smtClean="0"/>
              <a:t>然后就可以通过网关服务器去获取你的玩家角色数据信息</a:t>
            </a:r>
            <a:r>
              <a:rPr lang="en-US" altLang="zh-CN" sz="1600" dirty="0" smtClean="0"/>
              <a:t> [1</a:t>
            </a:r>
            <a:r>
              <a:rPr lang="zh-CN" altLang="en-US" sz="1600" dirty="0" smtClean="0"/>
              <a:t>个 </a:t>
            </a:r>
            <a:r>
              <a:rPr lang="en-US" altLang="zh-CN" sz="1600" dirty="0" smtClean="0"/>
              <a:t>lay:3] [public]</a:t>
            </a:r>
          </a:p>
          <a:p>
            <a:pPr algn="l"/>
            <a:r>
              <a:rPr lang="en-US" altLang="zh-CN" sz="1600" dirty="0" smtClean="0"/>
              <a:t>6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MoreServer</a:t>
            </a:r>
            <a:r>
              <a:rPr lang="en-US" altLang="zh-CN" sz="1600" dirty="0" smtClean="0"/>
              <a:t>-</a:t>
            </a:r>
            <a:r>
              <a:rPr lang="zh-CN" altLang="en-US" sz="1600" dirty="0" smtClean="0"/>
              <a:t>跨服游戏服务器 用于多个区服务器玩家放在一块玩耍战斗。。比如有</a:t>
            </a:r>
            <a:r>
              <a:rPr lang="en-US" altLang="zh-CN" sz="1600" dirty="0" smtClean="0"/>
              <a:t>1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2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3</a:t>
            </a:r>
            <a:r>
              <a:rPr lang="zh-CN" altLang="en-US" sz="1600" dirty="0" smtClean="0"/>
              <a:t>区服务器的玩家需要跨服战斗，那么</a:t>
            </a:r>
            <a:r>
              <a:rPr lang="en-US" altLang="zh-CN" sz="1600" dirty="0" err="1" smtClean="0"/>
              <a:t>MoreServer</a:t>
            </a:r>
            <a:r>
              <a:rPr lang="zh-CN" altLang="en-US" sz="1600" dirty="0" smtClean="0"/>
              <a:t>就会去连接</a:t>
            </a:r>
            <a:r>
              <a:rPr lang="en-US" altLang="zh-CN" sz="1600" dirty="0" smtClean="0"/>
              <a:t>1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2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3</a:t>
            </a:r>
            <a:r>
              <a:rPr lang="zh-CN" altLang="en-US" sz="1600" dirty="0" smtClean="0"/>
              <a:t>区的</a:t>
            </a:r>
            <a:r>
              <a:rPr lang="en-US" altLang="zh-CN" sz="1600" dirty="0" smtClean="0"/>
              <a:t>DB</a:t>
            </a:r>
            <a:r>
              <a:rPr lang="zh-CN" altLang="en-US" sz="1600" dirty="0" smtClean="0"/>
              <a:t>服务器。。。</a:t>
            </a:r>
            <a:endParaRPr lang="en-US" altLang="zh-CN" sz="1600" dirty="0" smtClean="0"/>
          </a:p>
          <a:p>
            <a:pPr algn="l"/>
            <a:endParaRPr lang="en-US" altLang="zh-CN" sz="1600" dirty="0" smtClean="0"/>
          </a:p>
          <a:p>
            <a:pPr algn="l"/>
            <a:r>
              <a:rPr lang="zh-CN" altLang="en-US" sz="1600" dirty="0" smtClean="0"/>
              <a:t>其他服务器细分。。该类服务器根据项目大小需求来定</a:t>
            </a:r>
            <a:endParaRPr lang="en-US" altLang="zh-CN" sz="1600" dirty="0" smtClean="0"/>
          </a:p>
          <a:p>
            <a:pPr algn="l"/>
            <a:r>
              <a:rPr lang="en-US" altLang="zh-CN" sz="1600" dirty="0" smtClean="0"/>
              <a:t>1</a:t>
            </a:r>
            <a:r>
              <a:rPr lang="zh-CN" altLang="en-US" sz="1600" dirty="0" smtClean="0"/>
              <a:t>、日志服务器</a:t>
            </a:r>
            <a:r>
              <a:rPr lang="en-US" altLang="zh-CN" sz="1600" dirty="0" smtClean="0"/>
              <a:t>-</a:t>
            </a:r>
            <a:r>
              <a:rPr lang="zh-CN" altLang="en-US" sz="1600" dirty="0" smtClean="0"/>
              <a:t>记录各个服务器的运行情况 以及你需要定义记录的事件</a:t>
            </a:r>
            <a:endParaRPr lang="en-US" altLang="zh-CN" sz="1600" dirty="0" smtClean="0"/>
          </a:p>
          <a:p>
            <a:pPr algn="l"/>
            <a:r>
              <a:rPr lang="en-US" altLang="zh-CN" sz="1600" dirty="0" smtClean="0"/>
              <a:t>2</a:t>
            </a:r>
            <a:r>
              <a:rPr lang="zh-CN" altLang="en-US" sz="1600" dirty="0" smtClean="0"/>
              <a:t>、守护服务器</a:t>
            </a:r>
            <a:r>
              <a:rPr lang="en-US" altLang="zh-CN" sz="1600" dirty="0" smtClean="0"/>
              <a:t>-</a:t>
            </a:r>
            <a:r>
              <a:rPr lang="zh-CN" altLang="en-US" sz="1600" dirty="0" smtClean="0"/>
              <a:t>用于查看各个服务器</a:t>
            </a:r>
            <a:r>
              <a:rPr lang="en-US" altLang="zh-CN" sz="1600" dirty="0" err="1" smtClean="0"/>
              <a:t>cpu</a:t>
            </a:r>
            <a:r>
              <a:rPr lang="en-US" altLang="zh-CN" sz="1600" dirty="0" smtClean="0"/>
              <a:t> </a:t>
            </a:r>
            <a:r>
              <a:rPr lang="zh-CN" altLang="en-US" sz="1600" dirty="0" smtClean="0"/>
              <a:t>内存情况 接受</a:t>
            </a:r>
            <a:r>
              <a:rPr lang="en-US" altLang="zh-CN" sz="1600" dirty="0" smtClean="0"/>
              <a:t>WEB</a:t>
            </a:r>
            <a:r>
              <a:rPr lang="zh-CN" altLang="en-US" sz="1600" dirty="0" smtClean="0"/>
              <a:t>后台的控制命令， 控制服务器</a:t>
            </a:r>
            <a:endParaRPr lang="en-US" altLang="zh-CN" sz="1600" dirty="0" smtClean="0"/>
          </a:p>
          <a:p>
            <a:pPr algn="l"/>
            <a:r>
              <a:rPr lang="en-US" altLang="zh-CN" sz="1600" dirty="0" smtClean="0"/>
              <a:t>3</a:t>
            </a:r>
            <a:r>
              <a:rPr lang="zh-CN" altLang="en-US" sz="1600" dirty="0" smtClean="0"/>
              <a:t>、游戏功能服务器 邮件、聊天、充值、组队、副本等等</a:t>
            </a:r>
            <a:endParaRPr lang="en-US" altLang="zh-CN" sz="1600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 descr="aaa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20" y="785794"/>
            <a:ext cx="8350434" cy="5983288"/>
          </a:xfrm>
        </p:spPr>
      </p:pic>
      <p:sp>
        <p:nvSpPr>
          <p:cNvPr id="5" name="TextBox 4"/>
          <p:cNvSpPr txBox="1"/>
          <p:nvPr/>
        </p:nvSpPr>
        <p:spPr>
          <a:xfrm>
            <a:off x="357158" y="142852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分布式服务器架构图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 descr="bbb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20" y="642918"/>
            <a:ext cx="8659605" cy="6310562"/>
          </a:xfrm>
        </p:spPr>
      </p:pic>
      <p:sp>
        <p:nvSpPr>
          <p:cNvPr id="5" name="TextBox 4"/>
          <p:cNvSpPr txBox="1"/>
          <p:nvPr/>
        </p:nvSpPr>
        <p:spPr>
          <a:xfrm>
            <a:off x="357158" y="71414"/>
            <a:ext cx="59293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分布式服务器架构图-跨服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DBServer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配置</a:t>
            </a:r>
            <a:r>
              <a:rPr lang="en-US" altLang="zh-CN" dirty="0" smtClean="0"/>
              <a:t>ID Port</a:t>
            </a:r>
          </a:p>
          <a:p>
            <a:r>
              <a:rPr lang="zh-CN" altLang="en-US" dirty="0" smtClean="0"/>
              <a:t>连接数据库 </a:t>
            </a:r>
            <a:r>
              <a:rPr lang="en-US" altLang="zh-CN" dirty="0" err="1" smtClean="0"/>
              <a:t>mysql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redis</a:t>
            </a:r>
            <a:r>
              <a:rPr lang="zh-CN" altLang="en-US" dirty="0" smtClean="0"/>
              <a:t>之类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CenterServer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、需要连接</a:t>
            </a:r>
            <a:r>
              <a:rPr lang="en-US" altLang="zh-CN" dirty="0" err="1" smtClean="0"/>
              <a:t>DBServer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、需要配置</a:t>
            </a:r>
            <a:r>
              <a:rPr lang="en-US" altLang="zh-CN" dirty="0" smtClean="0"/>
              <a:t>ID Port</a:t>
            </a:r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、创建一个</a:t>
            </a:r>
            <a:r>
              <a:rPr lang="en-US" altLang="zh-CN" dirty="0" err="1" smtClean="0"/>
              <a:t>TcpClient</a:t>
            </a:r>
            <a:r>
              <a:rPr lang="zh-CN" altLang="en-US" dirty="0" smtClean="0"/>
              <a:t>对象 相对于</a:t>
            </a:r>
            <a:r>
              <a:rPr lang="en-US" altLang="zh-CN" dirty="0" smtClean="0"/>
              <a:t>DB</a:t>
            </a:r>
            <a:r>
              <a:rPr lang="zh-CN" altLang="en-US" dirty="0" smtClean="0"/>
              <a:t>来说当前</a:t>
            </a:r>
            <a:r>
              <a:rPr lang="en-US" altLang="zh-CN" dirty="0" smtClean="0"/>
              <a:t>App</a:t>
            </a:r>
            <a:r>
              <a:rPr lang="zh-CN" altLang="en-US" dirty="0" smtClean="0"/>
              <a:t>是一个客户端 相对于其他</a:t>
            </a:r>
            <a:r>
              <a:rPr lang="en-US" altLang="zh-CN" dirty="0" smtClean="0"/>
              <a:t>app</a:t>
            </a:r>
            <a:r>
              <a:rPr lang="zh-CN" altLang="en-US" dirty="0" smtClean="0"/>
              <a:t>来是一个</a:t>
            </a:r>
            <a:r>
              <a:rPr lang="en-US" altLang="zh-CN" dirty="0" smtClean="0"/>
              <a:t>server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GameServer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、需要</a:t>
            </a:r>
            <a:r>
              <a:rPr lang="zh-CN" altLang="en-US" dirty="0" smtClean="0"/>
              <a:t>连接</a:t>
            </a:r>
            <a:r>
              <a:rPr lang="en-US" altLang="zh-CN" dirty="0" err="1" smtClean="0"/>
              <a:t>CenterServer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DBServer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、需要配置</a:t>
            </a:r>
            <a:r>
              <a:rPr lang="en-US" altLang="zh-CN" dirty="0" smtClean="0"/>
              <a:t>ID Port</a:t>
            </a:r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zh-CN" altLang="en-US" dirty="0" smtClean="0"/>
              <a:t>创建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</a:t>
            </a:r>
            <a:r>
              <a:rPr lang="en-US" altLang="zh-CN" dirty="0" err="1" smtClean="0"/>
              <a:t>TcpClient</a:t>
            </a:r>
            <a:r>
              <a:rPr lang="zh-CN" altLang="en-US" dirty="0" smtClean="0"/>
              <a:t>对象 相对于</a:t>
            </a:r>
            <a:r>
              <a:rPr lang="en-US" altLang="zh-CN" dirty="0" smtClean="0"/>
              <a:t>DB Center</a:t>
            </a:r>
            <a:r>
              <a:rPr lang="zh-CN" altLang="en-US" dirty="0" smtClean="0"/>
              <a:t>来说</a:t>
            </a:r>
            <a:r>
              <a:rPr lang="zh-CN" altLang="en-US" dirty="0" smtClean="0"/>
              <a:t>当前</a:t>
            </a:r>
            <a:r>
              <a:rPr lang="en-US" altLang="zh-CN" dirty="0" smtClean="0"/>
              <a:t>App</a:t>
            </a:r>
            <a:r>
              <a:rPr lang="zh-CN" altLang="en-US" dirty="0" smtClean="0"/>
              <a:t>是一个客户端 相对于其他</a:t>
            </a:r>
            <a:r>
              <a:rPr lang="en-US" altLang="zh-CN" dirty="0" smtClean="0"/>
              <a:t>app</a:t>
            </a:r>
            <a:r>
              <a:rPr lang="zh-CN" altLang="en-US" dirty="0" smtClean="0"/>
              <a:t>来是一个</a:t>
            </a:r>
            <a:r>
              <a:rPr lang="en-US" altLang="zh-CN" dirty="0" smtClean="0"/>
              <a:t>server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5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GateServer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、需要连接</a:t>
            </a:r>
            <a:r>
              <a:rPr lang="en-US" altLang="zh-CN" dirty="0" err="1" smtClean="0"/>
              <a:t>CenterServer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GameServer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、需要配置</a:t>
            </a:r>
            <a:r>
              <a:rPr lang="en-US" altLang="zh-CN" dirty="0" smtClean="0"/>
              <a:t>ID Port</a:t>
            </a:r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zh-CN" altLang="en-US" dirty="0" smtClean="0"/>
              <a:t>创建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</a:t>
            </a:r>
            <a:r>
              <a:rPr lang="en-US" altLang="zh-CN" dirty="0" err="1" smtClean="0"/>
              <a:t>TcpClient</a:t>
            </a:r>
            <a:r>
              <a:rPr lang="zh-CN" altLang="en-US" dirty="0" smtClean="0"/>
              <a:t>对象 相对</a:t>
            </a:r>
            <a:r>
              <a:rPr lang="zh-CN" altLang="en-US" dirty="0" smtClean="0"/>
              <a:t>于</a:t>
            </a:r>
            <a:r>
              <a:rPr lang="en-US" altLang="zh-CN" dirty="0" smtClean="0"/>
              <a:t> Center Game</a:t>
            </a:r>
            <a:r>
              <a:rPr lang="zh-CN" altLang="en-US" dirty="0" smtClean="0"/>
              <a:t>来说</a:t>
            </a:r>
            <a:r>
              <a:rPr lang="zh-CN" altLang="en-US" dirty="0" smtClean="0"/>
              <a:t>当前</a:t>
            </a:r>
            <a:r>
              <a:rPr lang="en-US" altLang="zh-CN" dirty="0" smtClean="0"/>
              <a:t>App</a:t>
            </a:r>
            <a:r>
              <a:rPr lang="zh-CN" altLang="en-US" dirty="0" smtClean="0"/>
              <a:t>是一个客户端 相对于其他</a:t>
            </a:r>
            <a:r>
              <a:rPr lang="en-US" altLang="zh-CN" dirty="0" smtClean="0"/>
              <a:t>app</a:t>
            </a:r>
            <a:r>
              <a:rPr lang="zh-CN" altLang="en-US" dirty="0" smtClean="0"/>
              <a:t>来是一个</a:t>
            </a:r>
            <a:r>
              <a:rPr lang="en-US" altLang="zh-CN" dirty="0" smtClean="0"/>
              <a:t>server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461</Words>
  <PresentationFormat>全屏显示(4:3)</PresentationFormat>
  <Paragraphs>31</Paragraphs>
  <Slides>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Office 主题</vt:lpstr>
      <vt:lpstr>架构C++分布式负载均衡服务器 </vt:lpstr>
      <vt:lpstr>幻灯片 2</vt:lpstr>
      <vt:lpstr>幻灯片 3</vt:lpstr>
      <vt:lpstr>2、DBServer</vt:lpstr>
      <vt:lpstr>3、CenterServer</vt:lpstr>
      <vt:lpstr>4、GameServer</vt:lpstr>
      <vt:lpstr>5、GateServer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分布式负载均衡服务器 </dc:title>
  <dc:creator>admin</dc:creator>
  <cp:lastModifiedBy>admin</cp:lastModifiedBy>
  <cp:revision>48</cp:revision>
  <dcterms:created xsi:type="dcterms:W3CDTF">2020-04-04T09:26:15Z</dcterms:created>
  <dcterms:modified xsi:type="dcterms:W3CDTF">2020-04-04T13:23:35Z</dcterms:modified>
</cp:coreProperties>
</file>